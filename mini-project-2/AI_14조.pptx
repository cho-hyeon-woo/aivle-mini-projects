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프리텐다드 Heavy" charset="1" panose="02000A03000000020004"/>
      <p:regular r:id="rId14"/>
    </p:embeddedFont>
    <p:embeddedFont>
      <p:font typeface="프리텐다드 Medium" charset="1" panose="02000603000000020004"/>
      <p:regular r:id="rId15"/>
    </p:embeddedFont>
    <p:embeddedFont>
      <p:font typeface="프리텐다드" charset="1" panose="02000503000000020004"/>
      <p:regular r:id="rId16"/>
    </p:embeddedFont>
    <p:embeddedFont>
      <p:font typeface="프리텐다드 Bold" charset="1" panose="02000803000000020004"/>
      <p:regular r:id="rId17"/>
    </p:embeddedFont>
    <p:embeddedFont>
      <p:font typeface="프리텐다드 Semi-Bold" charset="1" panose="02000703000000020004"/>
      <p:regular r:id="rId18"/>
    </p:embeddedFont>
    <p:embeddedFont>
      <p:font typeface="프리텐다드 Light" charset="1" panose="02000403000000020004"/>
      <p:regular r:id="rId19"/>
    </p:embeddedFont>
    <p:embeddedFont>
      <p:font typeface="Nanum Square" charset="1" panose="020B0600000101010101"/>
      <p:regular r:id="rId20"/>
    </p:embeddedFont>
    <p:embeddedFont>
      <p:font typeface="Nanum Square Ultra-Bold" charset="1" panose="020B0600000101010101"/>
      <p:regular r:id="rId21"/>
    </p:embeddedFont>
    <p:embeddedFont>
      <p:font typeface="Nanum Square Bold" charset="1" panose="020B0600000101010101"/>
      <p:regular r:id="rId22"/>
    </p:embeddedFont>
    <p:embeddedFont>
      <p:font typeface="프리텐다드 Ultra-Bold" charset="1" panose="02000903000000020004"/>
      <p:regular r:id="rId23"/>
    </p:embeddedFont>
    <p:embeddedFont>
      <p:font typeface="Agrandir Wide Ultra-Bold" charset="1" panose="00000905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5867" y="709649"/>
            <a:ext cx="16696267" cy="7742886"/>
            <a:chOff x="0" y="0"/>
            <a:chExt cx="4397371" cy="2039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7371" cy="2039279"/>
            </a:xfrm>
            <a:custGeom>
              <a:avLst/>
              <a:gdLst/>
              <a:ahLst/>
              <a:cxnLst/>
              <a:rect r="r" b="b" t="t" l="l"/>
              <a:pathLst>
                <a:path h="2039279" w="4397371">
                  <a:moveTo>
                    <a:pt x="8346" y="0"/>
                  </a:moveTo>
                  <a:lnTo>
                    <a:pt x="4389024" y="0"/>
                  </a:lnTo>
                  <a:cubicBezTo>
                    <a:pt x="4391238" y="0"/>
                    <a:pt x="4393361" y="879"/>
                    <a:pt x="4394926" y="2445"/>
                  </a:cubicBezTo>
                  <a:cubicBezTo>
                    <a:pt x="4396491" y="4010"/>
                    <a:pt x="4397371" y="6133"/>
                    <a:pt x="4397371" y="8346"/>
                  </a:cubicBezTo>
                  <a:lnTo>
                    <a:pt x="4397371" y="2030932"/>
                  </a:lnTo>
                  <a:cubicBezTo>
                    <a:pt x="4397371" y="2033146"/>
                    <a:pt x="4396491" y="2035269"/>
                    <a:pt x="4394926" y="2036834"/>
                  </a:cubicBezTo>
                  <a:cubicBezTo>
                    <a:pt x="4393361" y="2038399"/>
                    <a:pt x="4391238" y="2039279"/>
                    <a:pt x="4389024" y="2039279"/>
                  </a:cubicBezTo>
                  <a:lnTo>
                    <a:pt x="8346" y="2039279"/>
                  </a:lnTo>
                  <a:cubicBezTo>
                    <a:pt x="3737" y="2039279"/>
                    <a:pt x="0" y="2035542"/>
                    <a:pt x="0" y="2030932"/>
                  </a:cubicBezTo>
                  <a:lnTo>
                    <a:pt x="0" y="8346"/>
                  </a:lnTo>
                  <a:cubicBezTo>
                    <a:pt x="0" y="6133"/>
                    <a:pt x="879" y="4010"/>
                    <a:pt x="2445" y="2445"/>
                  </a:cubicBezTo>
                  <a:cubicBezTo>
                    <a:pt x="4010" y="879"/>
                    <a:pt x="6133" y="0"/>
                    <a:pt x="83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7371" cy="2086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867" y="8713632"/>
            <a:ext cx="16696267" cy="863719"/>
            <a:chOff x="0" y="0"/>
            <a:chExt cx="4397371" cy="227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7371" cy="227482"/>
            </a:xfrm>
            <a:custGeom>
              <a:avLst/>
              <a:gdLst/>
              <a:ahLst/>
              <a:cxnLst/>
              <a:rect r="r" b="b" t="t" l="l"/>
              <a:pathLst>
                <a:path h="227482" w="4397371">
                  <a:moveTo>
                    <a:pt x="8346" y="0"/>
                  </a:moveTo>
                  <a:lnTo>
                    <a:pt x="4389024" y="0"/>
                  </a:lnTo>
                  <a:cubicBezTo>
                    <a:pt x="4391238" y="0"/>
                    <a:pt x="4393361" y="879"/>
                    <a:pt x="4394926" y="2445"/>
                  </a:cubicBezTo>
                  <a:cubicBezTo>
                    <a:pt x="4396491" y="4010"/>
                    <a:pt x="4397371" y="6133"/>
                    <a:pt x="4397371" y="8346"/>
                  </a:cubicBezTo>
                  <a:lnTo>
                    <a:pt x="4397371" y="219135"/>
                  </a:lnTo>
                  <a:cubicBezTo>
                    <a:pt x="4397371" y="223745"/>
                    <a:pt x="4393634" y="227482"/>
                    <a:pt x="4389024" y="227482"/>
                  </a:cubicBezTo>
                  <a:lnTo>
                    <a:pt x="8346" y="227482"/>
                  </a:lnTo>
                  <a:cubicBezTo>
                    <a:pt x="6133" y="227482"/>
                    <a:pt x="4010" y="226602"/>
                    <a:pt x="2445" y="225037"/>
                  </a:cubicBezTo>
                  <a:cubicBezTo>
                    <a:pt x="879" y="223472"/>
                    <a:pt x="0" y="221349"/>
                    <a:pt x="0" y="219135"/>
                  </a:cubicBezTo>
                  <a:lnTo>
                    <a:pt x="0" y="8346"/>
                  </a:lnTo>
                  <a:cubicBezTo>
                    <a:pt x="0" y="6133"/>
                    <a:pt x="879" y="4010"/>
                    <a:pt x="2445" y="2445"/>
                  </a:cubicBezTo>
                  <a:cubicBezTo>
                    <a:pt x="4010" y="879"/>
                    <a:pt x="6133" y="0"/>
                    <a:pt x="83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97371" cy="27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29869" y="2977314"/>
            <a:ext cx="5626457" cy="4332372"/>
          </a:xfrm>
          <a:custGeom>
            <a:avLst/>
            <a:gdLst/>
            <a:ahLst/>
            <a:cxnLst/>
            <a:rect r="r" b="b" t="t" l="l"/>
            <a:pathLst>
              <a:path h="4332372" w="5626457">
                <a:moveTo>
                  <a:pt x="0" y="0"/>
                </a:moveTo>
                <a:lnTo>
                  <a:pt x="5626457" y="0"/>
                </a:lnTo>
                <a:lnTo>
                  <a:pt x="5626457" y="4332372"/>
                </a:lnTo>
                <a:lnTo>
                  <a:pt x="0" y="433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0934" y="3743437"/>
            <a:ext cx="7913757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282828"/>
                </a:solidFill>
                <a:latin typeface="프리텐다드 Heavy"/>
                <a:ea typeface="프리텐다드 Heavy"/>
                <a:cs typeface="프리텐다드 Heavy"/>
                <a:sym typeface="프리텐다드 Heavy"/>
              </a:rPr>
              <a:t>AI 자동 생성</a:t>
            </a:r>
            <a:r>
              <a:rPr lang="en-US" sz="8000" b="true">
                <a:solidFill>
                  <a:srgbClr val="282828"/>
                </a:solidFill>
                <a:latin typeface="프리텐다드 Heavy"/>
                <a:ea typeface="프리텐다드 Heavy"/>
                <a:cs typeface="프리텐다드 Heavy"/>
                <a:sym typeface="프리텐다드 Heavy"/>
              </a:rPr>
              <a:t> 시스템</a:t>
            </a:r>
          </a:p>
          <a:p>
            <a:pPr algn="l">
              <a:lnSpc>
                <a:spcPts val="112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32919" y="3081342"/>
            <a:ext cx="6505897" cy="58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0"/>
              </a:lnSpc>
              <a:spcBef>
                <a:spcPct val="0"/>
              </a:spcBef>
            </a:pPr>
            <a:r>
              <a:rPr lang="en-US" b="true" sz="3379" spc="530">
                <a:solidFill>
                  <a:srgbClr val="3A70FC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FROM PPT TO LECTURE: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0844" y="8938799"/>
            <a:ext cx="24992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153">
                <a:solidFill>
                  <a:srgbClr val="3A70FC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수도권 05반 14조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2919" y="5495265"/>
            <a:ext cx="6505897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373">
                <a:solidFill>
                  <a:srgbClr val="B0B0B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학습</a:t>
            </a:r>
            <a:r>
              <a:rPr lang="en-US" sz="2100" spc="373">
                <a:solidFill>
                  <a:srgbClr val="B0B0B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목표 기반 맞춤형 강의 생성 시스템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286" t="-11736" r="-29316" b="-139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4614" y="3522500"/>
            <a:ext cx="10579100" cy="5378546"/>
            <a:chOff x="0" y="0"/>
            <a:chExt cx="2786265" cy="14165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6265" cy="1416572"/>
            </a:xfrm>
            <a:custGeom>
              <a:avLst/>
              <a:gdLst/>
              <a:ahLst/>
              <a:cxnLst/>
              <a:rect r="r" b="b" t="t" l="l"/>
              <a:pathLst>
                <a:path h="1416572" w="2786265">
                  <a:moveTo>
                    <a:pt x="13173" y="0"/>
                  </a:moveTo>
                  <a:lnTo>
                    <a:pt x="2773092" y="0"/>
                  </a:lnTo>
                  <a:cubicBezTo>
                    <a:pt x="2780367" y="0"/>
                    <a:pt x="2786265" y="5898"/>
                    <a:pt x="2786265" y="13173"/>
                  </a:cubicBezTo>
                  <a:lnTo>
                    <a:pt x="2786265" y="1403399"/>
                  </a:lnTo>
                  <a:cubicBezTo>
                    <a:pt x="2786265" y="1410674"/>
                    <a:pt x="2780367" y="1416572"/>
                    <a:pt x="2773092" y="1416572"/>
                  </a:cubicBezTo>
                  <a:lnTo>
                    <a:pt x="13173" y="1416572"/>
                  </a:lnTo>
                  <a:cubicBezTo>
                    <a:pt x="5898" y="1416572"/>
                    <a:pt x="0" y="1410674"/>
                    <a:pt x="0" y="1403399"/>
                  </a:cubicBezTo>
                  <a:lnTo>
                    <a:pt x="0" y="13173"/>
                  </a:lnTo>
                  <a:cubicBezTo>
                    <a:pt x="0" y="5898"/>
                    <a:pt x="5898" y="0"/>
                    <a:pt x="131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86265" cy="146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1371" y="2061368"/>
            <a:ext cx="1590104" cy="1271728"/>
          </a:xfrm>
          <a:custGeom>
            <a:avLst/>
            <a:gdLst/>
            <a:ahLst/>
            <a:cxnLst/>
            <a:rect r="r" b="b" t="t" l="l"/>
            <a:pathLst>
              <a:path h="1271728" w="1590104">
                <a:moveTo>
                  <a:pt x="0" y="0"/>
                </a:moveTo>
                <a:lnTo>
                  <a:pt x="1590104" y="0"/>
                </a:lnTo>
                <a:lnTo>
                  <a:pt x="1590104" y="1271728"/>
                </a:lnTo>
                <a:lnTo>
                  <a:pt x="0" y="1271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52848" y="4376608"/>
            <a:ext cx="3351316" cy="47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</a:pPr>
            <a:r>
              <a:rPr lang="en-US" b="true" sz="27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프로젝트 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46221" y="4420076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52848" y="7049295"/>
            <a:ext cx="3351316" cy="47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</a:pPr>
            <a:r>
              <a:rPr lang="en-US" b="true" sz="27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핵심 기능 _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46221" y="7092763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2848" y="5709561"/>
            <a:ext cx="3351316" cy="47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시스템 구성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46221" y="5753028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77490" y="4376608"/>
            <a:ext cx="3351316" cy="47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</a:pPr>
            <a:r>
              <a:rPr lang="en-US" b="true" sz="27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핵심 기능 _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0864" y="4420076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77490" y="5711774"/>
            <a:ext cx="3351316" cy="47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결과 및 시연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0864" y="5755242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1371" y="3231234"/>
            <a:ext cx="5689683" cy="123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3"/>
              </a:lnSpc>
              <a:spcBef>
                <a:spcPct val="0"/>
              </a:spcBef>
            </a:pPr>
            <a:r>
              <a:rPr lang="en-US" b="true" sz="7195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Contests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52848" y="4962842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</a:t>
            </a: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OJECT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52848" y="6298763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SYSTEM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52848" y="7634684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K</a:t>
            </a: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EY FEATURES_1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7490" y="4928899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KEY FEATURES_2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77490" y="6264820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RESU</a:t>
            </a:r>
            <a:r>
              <a:rPr lang="en-US" sz="1500" spc="78">
                <a:solidFill>
                  <a:srgbClr val="B0B0B0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LTS &amp; DEMO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286" t="-11736" r="-29316" b="-1398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9157" y="5073788"/>
            <a:ext cx="2389866" cy="2333056"/>
          </a:xfrm>
          <a:custGeom>
            <a:avLst/>
            <a:gdLst/>
            <a:ahLst/>
            <a:cxnLst/>
            <a:rect r="r" b="b" t="t" l="l"/>
            <a:pathLst>
              <a:path h="2333056" w="2389866">
                <a:moveTo>
                  <a:pt x="0" y="0"/>
                </a:moveTo>
                <a:lnTo>
                  <a:pt x="2389866" y="0"/>
                </a:lnTo>
                <a:lnTo>
                  <a:pt x="2389866" y="2333057"/>
                </a:lnTo>
                <a:lnTo>
                  <a:pt x="0" y="2333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914" t="-146080" r="-102268" b="-1560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6958" y="5187904"/>
            <a:ext cx="2823974" cy="2218940"/>
          </a:xfrm>
          <a:custGeom>
            <a:avLst/>
            <a:gdLst/>
            <a:ahLst/>
            <a:cxnLst/>
            <a:rect r="r" b="b" t="t" l="l"/>
            <a:pathLst>
              <a:path h="2218940" w="2823974">
                <a:moveTo>
                  <a:pt x="0" y="0"/>
                </a:moveTo>
                <a:lnTo>
                  <a:pt x="2823974" y="0"/>
                </a:lnTo>
                <a:lnTo>
                  <a:pt x="2823974" y="2218941"/>
                </a:lnTo>
                <a:lnTo>
                  <a:pt x="0" y="221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630" t="-158616" r="-333320" b="-1661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05088" y="4309978"/>
            <a:ext cx="2350986" cy="1953025"/>
          </a:xfrm>
          <a:custGeom>
            <a:avLst/>
            <a:gdLst/>
            <a:ahLst/>
            <a:cxnLst/>
            <a:rect r="r" b="b" t="t" l="l"/>
            <a:pathLst>
              <a:path h="1953025" w="2350986">
                <a:moveTo>
                  <a:pt x="0" y="0"/>
                </a:moveTo>
                <a:lnTo>
                  <a:pt x="2350986" y="0"/>
                </a:lnTo>
                <a:lnTo>
                  <a:pt x="2350986" y="1953025"/>
                </a:lnTo>
                <a:lnTo>
                  <a:pt x="0" y="195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615" t="-41323" r="-114508" b="-12103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286" t="-11736" r="-29316" b="-139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9165185" y="2898657"/>
            <a:ext cx="4762" cy="6664501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432227" y="5092099"/>
            <a:ext cx="1924019" cy="1439341"/>
          </a:xfrm>
          <a:custGeom>
            <a:avLst/>
            <a:gdLst/>
            <a:ahLst/>
            <a:cxnLst/>
            <a:rect r="r" b="b" t="t" l="l"/>
            <a:pathLst>
              <a:path h="1439341" w="1924019">
                <a:moveTo>
                  <a:pt x="0" y="0"/>
                </a:moveTo>
                <a:lnTo>
                  <a:pt x="1924019" y="0"/>
                </a:lnTo>
                <a:lnTo>
                  <a:pt x="1924019" y="1439341"/>
                </a:lnTo>
                <a:lnTo>
                  <a:pt x="0" y="14393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3417" t="-274088" r="-174294" b="-11370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36504" y="5092099"/>
            <a:ext cx="1518084" cy="1687513"/>
          </a:xfrm>
          <a:custGeom>
            <a:avLst/>
            <a:gdLst/>
            <a:ahLst/>
            <a:cxnLst/>
            <a:rect r="r" b="b" t="t" l="l"/>
            <a:pathLst>
              <a:path h="1687513" w="1518084">
                <a:moveTo>
                  <a:pt x="0" y="0"/>
                </a:moveTo>
                <a:lnTo>
                  <a:pt x="1518084" y="0"/>
                </a:lnTo>
                <a:lnTo>
                  <a:pt x="1518084" y="1687513"/>
                </a:lnTo>
                <a:lnTo>
                  <a:pt x="0" y="16875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7645" t="-180304" r="-68314" b="-6490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67438" y="4453135"/>
            <a:ext cx="1299565" cy="1080756"/>
          </a:xfrm>
          <a:custGeom>
            <a:avLst/>
            <a:gdLst/>
            <a:ahLst/>
            <a:cxnLst/>
            <a:rect r="r" b="b" t="t" l="l"/>
            <a:pathLst>
              <a:path h="1080756" w="1299565">
                <a:moveTo>
                  <a:pt x="0" y="0"/>
                </a:moveTo>
                <a:lnTo>
                  <a:pt x="1299566" y="0"/>
                </a:lnTo>
                <a:lnTo>
                  <a:pt x="1299566" y="1080755"/>
                </a:lnTo>
                <a:lnTo>
                  <a:pt x="0" y="1080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7504" t="-90734" r="-25303" b="-34827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09459" y="6291356"/>
            <a:ext cx="1357545" cy="976512"/>
          </a:xfrm>
          <a:custGeom>
            <a:avLst/>
            <a:gdLst/>
            <a:ahLst/>
            <a:cxnLst/>
            <a:rect r="r" b="b" t="t" l="l"/>
            <a:pathLst>
              <a:path h="976512" w="1357545">
                <a:moveTo>
                  <a:pt x="0" y="0"/>
                </a:moveTo>
                <a:lnTo>
                  <a:pt x="1357545" y="0"/>
                </a:lnTo>
                <a:lnTo>
                  <a:pt x="1357545" y="976513"/>
                </a:lnTo>
                <a:lnTo>
                  <a:pt x="0" y="9765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9849" t="-207349" r="-24222" b="-289202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948710" y="3044847"/>
            <a:ext cx="3241560" cy="798406"/>
            <a:chOff x="0" y="0"/>
            <a:chExt cx="853744" cy="210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744" cy="210280"/>
            </a:xfrm>
            <a:custGeom>
              <a:avLst/>
              <a:gdLst/>
              <a:ahLst/>
              <a:cxnLst/>
              <a:rect r="r" b="b" t="t" l="l"/>
              <a:pathLst>
                <a:path h="210280" w="853744">
                  <a:moveTo>
                    <a:pt x="105140" y="0"/>
                  </a:moveTo>
                  <a:lnTo>
                    <a:pt x="748604" y="0"/>
                  </a:lnTo>
                  <a:cubicBezTo>
                    <a:pt x="806671" y="0"/>
                    <a:pt x="853744" y="47073"/>
                    <a:pt x="853744" y="105140"/>
                  </a:cubicBezTo>
                  <a:lnTo>
                    <a:pt x="853744" y="105140"/>
                  </a:lnTo>
                  <a:cubicBezTo>
                    <a:pt x="853744" y="163207"/>
                    <a:pt x="806671" y="210280"/>
                    <a:pt x="748604" y="210280"/>
                  </a:cubicBezTo>
                  <a:lnTo>
                    <a:pt x="105140" y="210280"/>
                  </a:lnTo>
                  <a:cubicBezTo>
                    <a:pt x="47073" y="210280"/>
                    <a:pt x="0" y="163207"/>
                    <a:pt x="0" y="105140"/>
                  </a:cubicBezTo>
                  <a:lnTo>
                    <a:pt x="0" y="105140"/>
                  </a:lnTo>
                  <a:cubicBezTo>
                    <a:pt x="0" y="47073"/>
                    <a:pt x="47073" y="0"/>
                    <a:pt x="105140" y="0"/>
                  </a:cubicBezTo>
                  <a:close/>
                </a:path>
              </a:pathLst>
            </a:custGeom>
            <a:solidFill>
              <a:srgbClr val="1A4CA1"/>
            </a:solidFill>
            <a:ln w="19050" cap="rnd">
              <a:solidFill>
                <a:srgbClr val="2864F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53744" cy="267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문제상황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74766" y="3044847"/>
            <a:ext cx="3241560" cy="798406"/>
            <a:chOff x="0" y="0"/>
            <a:chExt cx="853744" cy="210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744" cy="210280"/>
            </a:xfrm>
            <a:custGeom>
              <a:avLst/>
              <a:gdLst/>
              <a:ahLst/>
              <a:cxnLst/>
              <a:rect r="r" b="b" t="t" l="l"/>
              <a:pathLst>
                <a:path h="210280" w="853744">
                  <a:moveTo>
                    <a:pt x="105140" y="0"/>
                  </a:moveTo>
                  <a:lnTo>
                    <a:pt x="748604" y="0"/>
                  </a:lnTo>
                  <a:cubicBezTo>
                    <a:pt x="806671" y="0"/>
                    <a:pt x="853744" y="47073"/>
                    <a:pt x="853744" y="105140"/>
                  </a:cubicBezTo>
                  <a:lnTo>
                    <a:pt x="853744" y="105140"/>
                  </a:lnTo>
                  <a:cubicBezTo>
                    <a:pt x="853744" y="163207"/>
                    <a:pt x="806671" y="210280"/>
                    <a:pt x="748604" y="210280"/>
                  </a:cubicBezTo>
                  <a:lnTo>
                    <a:pt x="105140" y="210280"/>
                  </a:lnTo>
                  <a:cubicBezTo>
                    <a:pt x="47073" y="210280"/>
                    <a:pt x="0" y="163207"/>
                    <a:pt x="0" y="105140"/>
                  </a:cubicBezTo>
                  <a:lnTo>
                    <a:pt x="0" y="105140"/>
                  </a:lnTo>
                  <a:cubicBezTo>
                    <a:pt x="0" y="47073"/>
                    <a:pt x="47073" y="0"/>
                    <a:pt x="105140" y="0"/>
                  </a:cubicBezTo>
                  <a:close/>
                </a:path>
              </a:pathLst>
            </a:custGeom>
            <a:solidFill>
              <a:srgbClr val="1A4CA1"/>
            </a:solidFill>
            <a:ln w="19050" cap="rnd">
              <a:solidFill>
                <a:srgbClr val="2864FC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53744" cy="267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해결 방법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232033" y="5373065"/>
            <a:ext cx="1072973" cy="695547"/>
          </a:xfrm>
          <a:custGeom>
            <a:avLst/>
            <a:gdLst/>
            <a:ahLst/>
            <a:cxnLst/>
            <a:rect r="r" b="b" t="t" l="l"/>
            <a:pathLst>
              <a:path h="695547" w="1072973">
                <a:moveTo>
                  <a:pt x="0" y="0"/>
                </a:moveTo>
                <a:lnTo>
                  <a:pt x="1072973" y="0"/>
                </a:lnTo>
                <a:lnTo>
                  <a:pt x="1072973" y="695547"/>
                </a:lnTo>
                <a:lnTo>
                  <a:pt x="0" y="695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1235" r="-211379" b="-10879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17368" y="1401912"/>
            <a:ext cx="11853264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동일한 콘텐츠라도 사용자에 따라 이해 방식은 다르다!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8070" y="8342472"/>
            <a:ext cx="8382499" cy="1068286"/>
            <a:chOff x="0" y="0"/>
            <a:chExt cx="2207736" cy="2813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7736" cy="281359"/>
            </a:xfrm>
            <a:custGeom>
              <a:avLst/>
              <a:gdLst/>
              <a:ahLst/>
              <a:cxnLst/>
              <a:rect r="r" b="b" t="t" l="l"/>
              <a:pathLst>
                <a:path h="281359" w="2207736">
                  <a:moveTo>
                    <a:pt x="11083" y="0"/>
                  </a:moveTo>
                  <a:lnTo>
                    <a:pt x="2196653" y="0"/>
                  </a:lnTo>
                  <a:cubicBezTo>
                    <a:pt x="2199593" y="0"/>
                    <a:pt x="2202412" y="1168"/>
                    <a:pt x="2204490" y="3246"/>
                  </a:cubicBezTo>
                  <a:cubicBezTo>
                    <a:pt x="2206569" y="5325"/>
                    <a:pt x="2207736" y="8144"/>
                    <a:pt x="2207736" y="11083"/>
                  </a:cubicBezTo>
                  <a:lnTo>
                    <a:pt x="2207736" y="270276"/>
                  </a:lnTo>
                  <a:cubicBezTo>
                    <a:pt x="2207736" y="273216"/>
                    <a:pt x="2206569" y="276035"/>
                    <a:pt x="2204490" y="278113"/>
                  </a:cubicBezTo>
                  <a:cubicBezTo>
                    <a:pt x="2202412" y="280192"/>
                    <a:pt x="2199593" y="281359"/>
                    <a:pt x="2196653" y="281359"/>
                  </a:cubicBezTo>
                  <a:lnTo>
                    <a:pt x="11083" y="281359"/>
                  </a:lnTo>
                  <a:cubicBezTo>
                    <a:pt x="8144" y="281359"/>
                    <a:pt x="5325" y="280192"/>
                    <a:pt x="3246" y="278113"/>
                  </a:cubicBezTo>
                  <a:cubicBezTo>
                    <a:pt x="1168" y="276035"/>
                    <a:pt x="0" y="273216"/>
                    <a:pt x="0" y="270276"/>
                  </a:cubicBezTo>
                  <a:lnTo>
                    <a:pt x="0" y="11083"/>
                  </a:lnTo>
                  <a:cubicBezTo>
                    <a:pt x="0" y="8144"/>
                    <a:pt x="1168" y="5325"/>
                    <a:pt x="3246" y="3246"/>
                  </a:cubicBezTo>
                  <a:cubicBezTo>
                    <a:pt x="5325" y="1168"/>
                    <a:pt x="8144" y="0"/>
                    <a:pt x="11083" y="0"/>
                  </a:cubicBezTo>
                  <a:close/>
                </a:path>
              </a:pathLst>
            </a:custGeom>
            <a:solidFill>
              <a:srgbClr val="D8D7E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207736" cy="328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5524" y="650100"/>
            <a:ext cx="4257942" cy="417753"/>
            <a:chOff x="0" y="0"/>
            <a:chExt cx="5677256" cy="55700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208835" y="-57150"/>
              <a:ext cx="4468421" cy="614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2750">
                  <a:solidFill>
                    <a:srgbClr val="282828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프로젝트 개요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2368"/>
              <a:ext cx="852398" cy="51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1"/>
                </a:lnSpc>
              </a:pPr>
              <a:r>
                <a:rPr lang="en-US" b="true" sz="2350">
                  <a:solidFill>
                    <a:srgbClr val="3A70FC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01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527004" y="6579663"/>
            <a:ext cx="1317878" cy="35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  <a:spcBef>
                <a:spcPct val="0"/>
              </a:spcBef>
            </a:pPr>
            <a:r>
              <a:rPr lang="en-US" sz="2022" b="true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통일 콘텐츠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59060" y="6483815"/>
            <a:ext cx="1072973" cy="5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646" b="true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사용자 특성</a:t>
            </a:r>
          </a:p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646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기반 분기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41284" y="5547950"/>
            <a:ext cx="1232127" cy="33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 b="true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맞춤 실행 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41284" y="7414636"/>
            <a:ext cx="1340502" cy="35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056" b="true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맞춤 실행 B</a:t>
            </a:r>
          </a:p>
        </p:txBody>
      </p:sp>
      <p:sp>
        <p:nvSpPr>
          <p:cNvPr name="Freeform 31" id="31"/>
          <p:cNvSpPr/>
          <p:nvPr/>
        </p:nvSpPr>
        <p:spPr>
          <a:xfrm flipH="false" flipV="true" rot="0">
            <a:off x="14230312" y="5992564"/>
            <a:ext cx="979147" cy="634724"/>
          </a:xfrm>
          <a:custGeom>
            <a:avLst/>
            <a:gdLst/>
            <a:ahLst/>
            <a:cxnLst/>
            <a:rect r="r" b="b" t="t" l="l"/>
            <a:pathLst>
              <a:path h="634724" w="979147">
                <a:moveTo>
                  <a:pt x="0" y="634724"/>
                </a:moveTo>
                <a:lnTo>
                  <a:pt x="979147" y="634724"/>
                </a:lnTo>
                <a:lnTo>
                  <a:pt x="979147" y="0"/>
                </a:lnTo>
                <a:lnTo>
                  <a:pt x="0" y="0"/>
                </a:lnTo>
                <a:lnTo>
                  <a:pt x="0" y="634724"/>
                </a:lnTo>
                <a:close/>
              </a:path>
            </a:pathLst>
          </a:custGeom>
          <a:blipFill>
            <a:blip r:embed="rId8"/>
            <a:stretch>
              <a:fillRect l="0" t="-111235" r="-211379" b="-108793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507431" y="8349565"/>
            <a:ext cx="8382499" cy="1068286"/>
            <a:chOff x="0" y="0"/>
            <a:chExt cx="2207736" cy="281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7736" cy="281359"/>
            </a:xfrm>
            <a:custGeom>
              <a:avLst/>
              <a:gdLst/>
              <a:ahLst/>
              <a:cxnLst/>
              <a:rect r="r" b="b" t="t" l="l"/>
              <a:pathLst>
                <a:path h="281359" w="2207736">
                  <a:moveTo>
                    <a:pt x="11083" y="0"/>
                  </a:moveTo>
                  <a:lnTo>
                    <a:pt x="2196653" y="0"/>
                  </a:lnTo>
                  <a:cubicBezTo>
                    <a:pt x="2199593" y="0"/>
                    <a:pt x="2202412" y="1168"/>
                    <a:pt x="2204490" y="3246"/>
                  </a:cubicBezTo>
                  <a:cubicBezTo>
                    <a:pt x="2206569" y="5325"/>
                    <a:pt x="2207736" y="8144"/>
                    <a:pt x="2207736" y="11083"/>
                  </a:cubicBezTo>
                  <a:lnTo>
                    <a:pt x="2207736" y="270276"/>
                  </a:lnTo>
                  <a:cubicBezTo>
                    <a:pt x="2207736" y="273216"/>
                    <a:pt x="2206569" y="276035"/>
                    <a:pt x="2204490" y="278113"/>
                  </a:cubicBezTo>
                  <a:cubicBezTo>
                    <a:pt x="2202412" y="280192"/>
                    <a:pt x="2199593" y="281359"/>
                    <a:pt x="2196653" y="281359"/>
                  </a:cubicBezTo>
                  <a:lnTo>
                    <a:pt x="11083" y="281359"/>
                  </a:lnTo>
                  <a:cubicBezTo>
                    <a:pt x="8144" y="281359"/>
                    <a:pt x="5325" y="280192"/>
                    <a:pt x="3246" y="278113"/>
                  </a:cubicBezTo>
                  <a:cubicBezTo>
                    <a:pt x="1168" y="276035"/>
                    <a:pt x="0" y="273216"/>
                    <a:pt x="0" y="270276"/>
                  </a:cubicBezTo>
                  <a:lnTo>
                    <a:pt x="0" y="11083"/>
                  </a:lnTo>
                  <a:cubicBezTo>
                    <a:pt x="0" y="8144"/>
                    <a:pt x="1168" y="5325"/>
                    <a:pt x="3246" y="3246"/>
                  </a:cubicBezTo>
                  <a:cubicBezTo>
                    <a:pt x="5325" y="1168"/>
                    <a:pt x="8144" y="0"/>
                    <a:pt x="11083" y="0"/>
                  </a:cubicBezTo>
                  <a:close/>
                </a:path>
              </a:pathLst>
            </a:custGeom>
            <a:solidFill>
              <a:srgbClr val="D8D7E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07736" cy="328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8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107621" y="8641665"/>
            <a:ext cx="517585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하나의 콘텐츠로 다양한 사용자 경험 제공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22527" y="8648758"/>
            <a:ext cx="553649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모든 사용자에게 동일한 설명은 비효율적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524" y="2874800"/>
            <a:ext cx="17200967" cy="5735800"/>
            <a:chOff x="0" y="0"/>
            <a:chExt cx="4530296" cy="1510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296" cy="1510663"/>
            </a:xfrm>
            <a:custGeom>
              <a:avLst/>
              <a:gdLst/>
              <a:ahLst/>
              <a:cxnLst/>
              <a:rect r="r" b="b" t="t" l="l"/>
              <a:pathLst>
                <a:path h="1510663" w="4530296">
                  <a:moveTo>
                    <a:pt x="8102" y="0"/>
                  </a:moveTo>
                  <a:lnTo>
                    <a:pt x="4522194" y="0"/>
                  </a:lnTo>
                  <a:cubicBezTo>
                    <a:pt x="4526668" y="0"/>
                    <a:pt x="4530296" y="3627"/>
                    <a:pt x="4530296" y="8102"/>
                  </a:cubicBezTo>
                  <a:lnTo>
                    <a:pt x="4530296" y="1502562"/>
                  </a:lnTo>
                  <a:cubicBezTo>
                    <a:pt x="4530296" y="1507036"/>
                    <a:pt x="4526668" y="1510663"/>
                    <a:pt x="4522194" y="1510663"/>
                  </a:cubicBezTo>
                  <a:lnTo>
                    <a:pt x="8102" y="1510663"/>
                  </a:lnTo>
                  <a:cubicBezTo>
                    <a:pt x="3627" y="1510663"/>
                    <a:pt x="0" y="1507036"/>
                    <a:pt x="0" y="1502562"/>
                  </a:cubicBezTo>
                  <a:lnTo>
                    <a:pt x="0" y="8102"/>
                  </a:lnTo>
                  <a:cubicBezTo>
                    <a:pt x="0" y="3627"/>
                    <a:pt x="3627" y="0"/>
                    <a:pt x="810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0296" cy="155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7601" y="3317956"/>
            <a:ext cx="5650586" cy="4849487"/>
            <a:chOff x="0" y="0"/>
            <a:chExt cx="875424" cy="7513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5424" cy="751312"/>
            </a:xfrm>
            <a:custGeom>
              <a:avLst/>
              <a:gdLst/>
              <a:ahLst/>
              <a:cxnLst/>
              <a:rect r="r" b="b" t="t" l="l"/>
              <a:pathLst>
                <a:path h="751312" w="875424">
                  <a:moveTo>
                    <a:pt x="24662" y="0"/>
                  </a:moveTo>
                  <a:lnTo>
                    <a:pt x="850762" y="0"/>
                  </a:lnTo>
                  <a:cubicBezTo>
                    <a:pt x="857302" y="0"/>
                    <a:pt x="863575" y="2598"/>
                    <a:pt x="868200" y="7223"/>
                  </a:cubicBezTo>
                  <a:cubicBezTo>
                    <a:pt x="872825" y="11848"/>
                    <a:pt x="875424" y="18121"/>
                    <a:pt x="875424" y="24662"/>
                  </a:cubicBezTo>
                  <a:lnTo>
                    <a:pt x="875424" y="726651"/>
                  </a:lnTo>
                  <a:cubicBezTo>
                    <a:pt x="875424" y="733191"/>
                    <a:pt x="872825" y="739464"/>
                    <a:pt x="868200" y="744089"/>
                  </a:cubicBezTo>
                  <a:cubicBezTo>
                    <a:pt x="863575" y="748714"/>
                    <a:pt x="857302" y="751312"/>
                    <a:pt x="850762" y="751312"/>
                  </a:cubicBezTo>
                  <a:lnTo>
                    <a:pt x="24662" y="751312"/>
                  </a:lnTo>
                  <a:cubicBezTo>
                    <a:pt x="18121" y="751312"/>
                    <a:pt x="11848" y="748714"/>
                    <a:pt x="7223" y="744089"/>
                  </a:cubicBezTo>
                  <a:cubicBezTo>
                    <a:pt x="2598" y="739464"/>
                    <a:pt x="0" y="733191"/>
                    <a:pt x="0" y="726651"/>
                  </a:cubicBezTo>
                  <a:lnTo>
                    <a:pt x="0" y="24662"/>
                  </a:lnTo>
                  <a:cubicBezTo>
                    <a:pt x="0" y="18121"/>
                    <a:pt x="2598" y="11848"/>
                    <a:pt x="7223" y="7223"/>
                  </a:cubicBezTo>
                  <a:cubicBezTo>
                    <a:pt x="11848" y="2598"/>
                    <a:pt x="18121" y="0"/>
                    <a:pt x="2466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1" r="0" b="-16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015386" y="4341919"/>
            <a:ext cx="10499035" cy="754938"/>
            <a:chOff x="0" y="0"/>
            <a:chExt cx="3777638" cy="2716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7638" cy="271633"/>
            </a:xfrm>
            <a:custGeom>
              <a:avLst/>
              <a:gdLst/>
              <a:ahLst/>
              <a:cxnLst/>
              <a:rect r="r" b="b" t="t" l="l"/>
              <a:pathLst>
                <a:path h="271633" w="3777638">
                  <a:moveTo>
                    <a:pt x="16223" y="0"/>
                  </a:moveTo>
                  <a:lnTo>
                    <a:pt x="3761415" y="0"/>
                  </a:lnTo>
                  <a:cubicBezTo>
                    <a:pt x="3770375" y="0"/>
                    <a:pt x="3777638" y="7263"/>
                    <a:pt x="3777638" y="16223"/>
                  </a:cubicBezTo>
                  <a:lnTo>
                    <a:pt x="3777638" y="255410"/>
                  </a:lnTo>
                  <a:cubicBezTo>
                    <a:pt x="3777638" y="264370"/>
                    <a:pt x="3770375" y="271633"/>
                    <a:pt x="3761415" y="271633"/>
                  </a:cubicBezTo>
                  <a:lnTo>
                    <a:pt x="16223" y="271633"/>
                  </a:lnTo>
                  <a:cubicBezTo>
                    <a:pt x="7263" y="271633"/>
                    <a:pt x="0" y="264370"/>
                    <a:pt x="0" y="255410"/>
                  </a:cubicBezTo>
                  <a:lnTo>
                    <a:pt x="0" y="16223"/>
                  </a:lnTo>
                  <a:cubicBezTo>
                    <a:pt x="0" y="7263"/>
                    <a:pt x="7263" y="0"/>
                    <a:pt x="1622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77638" cy="319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15386" y="3295605"/>
            <a:ext cx="10499035" cy="754938"/>
            <a:chOff x="0" y="0"/>
            <a:chExt cx="3777638" cy="2716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7638" cy="271633"/>
            </a:xfrm>
            <a:custGeom>
              <a:avLst/>
              <a:gdLst/>
              <a:ahLst/>
              <a:cxnLst/>
              <a:rect r="r" b="b" t="t" l="l"/>
              <a:pathLst>
                <a:path h="271633" w="3777638">
                  <a:moveTo>
                    <a:pt x="16223" y="0"/>
                  </a:moveTo>
                  <a:lnTo>
                    <a:pt x="3761415" y="0"/>
                  </a:lnTo>
                  <a:cubicBezTo>
                    <a:pt x="3770375" y="0"/>
                    <a:pt x="3777638" y="7263"/>
                    <a:pt x="3777638" y="16223"/>
                  </a:cubicBezTo>
                  <a:lnTo>
                    <a:pt x="3777638" y="255410"/>
                  </a:lnTo>
                  <a:cubicBezTo>
                    <a:pt x="3777638" y="264370"/>
                    <a:pt x="3770375" y="271633"/>
                    <a:pt x="3761415" y="271633"/>
                  </a:cubicBezTo>
                  <a:lnTo>
                    <a:pt x="16223" y="271633"/>
                  </a:lnTo>
                  <a:cubicBezTo>
                    <a:pt x="7263" y="271633"/>
                    <a:pt x="0" y="264370"/>
                    <a:pt x="0" y="255410"/>
                  </a:cubicBezTo>
                  <a:lnTo>
                    <a:pt x="0" y="16223"/>
                  </a:lnTo>
                  <a:cubicBezTo>
                    <a:pt x="0" y="7263"/>
                    <a:pt x="7263" y="0"/>
                    <a:pt x="16223" y="0"/>
                  </a:cubicBezTo>
                  <a:close/>
                </a:path>
              </a:pathLst>
            </a:custGeom>
            <a:solidFill>
              <a:srgbClr val="F6F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777638" cy="319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15386" y="6386869"/>
            <a:ext cx="10499035" cy="754938"/>
            <a:chOff x="0" y="0"/>
            <a:chExt cx="3777638" cy="2716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77638" cy="271633"/>
            </a:xfrm>
            <a:custGeom>
              <a:avLst/>
              <a:gdLst/>
              <a:ahLst/>
              <a:cxnLst/>
              <a:rect r="r" b="b" t="t" l="l"/>
              <a:pathLst>
                <a:path h="271633" w="3777638">
                  <a:moveTo>
                    <a:pt x="16223" y="0"/>
                  </a:moveTo>
                  <a:lnTo>
                    <a:pt x="3761415" y="0"/>
                  </a:lnTo>
                  <a:cubicBezTo>
                    <a:pt x="3770375" y="0"/>
                    <a:pt x="3777638" y="7263"/>
                    <a:pt x="3777638" y="16223"/>
                  </a:cubicBezTo>
                  <a:lnTo>
                    <a:pt x="3777638" y="255410"/>
                  </a:lnTo>
                  <a:cubicBezTo>
                    <a:pt x="3777638" y="264370"/>
                    <a:pt x="3770375" y="271633"/>
                    <a:pt x="3761415" y="271633"/>
                  </a:cubicBezTo>
                  <a:lnTo>
                    <a:pt x="16223" y="271633"/>
                  </a:lnTo>
                  <a:cubicBezTo>
                    <a:pt x="7263" y="271633"/>
                    <a:pt x="0" y="264370"/>
                    <a:pt x="0" y="255410"/>
                  </a:cubicBezTo>
                  <a:lnTo>
                    <a:pt x="0" y="16223"/>
                  </a:lnTo>
                  <a:cubicBezTo>
                    <a:pt x="0" y="7263"/>
                    <a:pt x="7263" y="0"/>
                    <a:pt x="1622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777638" cy="319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15386" y="7408507"/>
            <a:ext cx="10499035" cy="754938"/>
            <a:chOff x="0" y="0"/>
            <a:chExt cx="3777638" cy="2716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77638" cy="271633"/>
            </a:xfrm>
            <a:custGeom>
              <a:avLst/>
              <a:gdLst/>
              <a:ahLst/>
              <a:cxnLst/>
              <a:rect r="r" b="b" t="t" l="l"/>
              <a:pathLst>
                <a:path h="271633" w="3777638">
                  <a:moveTo>
                    <a:pt x="16223" y="0"/>
                  </a:moveTo>
                  <a:lnTo>
                    <a:pt x="3761415" y="0"/>
                  </a:lnTo>
                  <a:cubicBezTo>
                    <a:pt x="3770375" y="0"/>
                    <a:pt x="3777638" y="7263"/>
                    <a:pt x="3777638" y="16223"/>
                  </a:cubicBezTo>
                  <a:lnTo>
                    <a:pt x="3777638" y="255410"/>
                  </a:lnTo>
                  <a:cubicBezTo>
                    <a:pt x="3777638" y="264370"/>
                    <a:pt x="3770375" y="271633"/>
                    <a:pt x="3761415" y="271633"/>
                  </a:cubicBezTo>
                  <a:lnTo>
                    <a:pt x="16223" y="271633"/>
                  </a:lnTo>
                  <a:cubicBezTo>
                    <a:pt x="7263" y="271633"/>
                    <a:pt x="0" y="264370"/>
                    <a:pt x="0" y="255410"/>
                  </a:cubicBezTo>
                  <a:lnTo>
                    <a:pt x="0" y="16223"/>
                  </a:lnTo>
                  <a:cubicBezTo>
                    <a:pt x="0" y="7263"/>
                    <a:pt x="7263" y="0"/>
                    <a:pt x="16223" y="0"/>
                  </a:cubicBezTo>
                  <a:close/>
                </a:path>
              </a:pathLst>
            </a:custGeom>
            <a:solidFill>
              <a:srgbClr val="F6F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777638" cy="319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7220338" y="3493901"/>
            <a:ext cx="121401" cy="201496"/>
          </a:xfrm>
          <a:custGeom>
            <a:avLst/>
            <a:gdLst/>
            <a:ahLst/>
            <a:cxnLst/>
            <a:rect r="r" b="b" t="t" l="l"/>
            <a:pathLst>
              <a:path h="201496" w="121401">
                <a:moveTo>
                  <a:pt x="121402" y="0"/>
                </a:moveTo>
                <a:lnTo>
                  <a:pt x="0" y="0"/>
                </a:lnTo>
                <a:lnTo>
                  <a:pt x="0" y="201496"/>
                </a:lnTo>
                <a:lnTo>
                  <a:pt x="121402" y="201496"/>
                </a:lnTo>
                <a:lnTo>
                  <a:pt x="12140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7220338" y="4515539"/>
            <a:ext cx="121401" cy="201496"/>
          </a:xfrm>
          <a:custGeom>
            <a:avLst/>
            <a:gdLst/>
            <a:ahLst/>
            <a:cxnLst/>
            <a:rect r="r" b="b" t="t" l="l"/>
            <a:pathLst>
              <a:path h="201496" w="121401">
                <a:moveTo>
                  <a:pt x="121402" y="0"/>
                </a:moveTo>
                <a:lnTo>
                  <a:pt x="0" y="0"/>
                </a:lnTo>
                <a:lnTo>
                  <a:pt x="0" y="201496"/>
                </a:lnTo>
                <a:lnTo>
                  <a:pt x="121402" y="201496"/>
                </a:lnTo>
                <a:lnTo>
                  <a:pt x="12140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7220338" y="6666591"/>
            <a:ext cx="121401" cy="201496"/>
          </a:xfrm>
          <a:custGeom>
            <a:avLst/>
            <a:gdLst/>
            <a:ahLst/>
            <a:cxnLst/>
            <a:rect r="r" b="b" t="t" l="l"/>
            <a:pathLst>
              <a:path h="201496" w="121401">
                <a:moveTo>
                  <a:pt x="121402" y="0"/>
                </a:moveTo>
                <a:lnTo>
                  <a:pt x="0" y="0"/>
                </a:lnTo>
                <a:lnTo>
                  <a:pt x="0" y="201496"/>
                </a:lnTo>
                <a:lnTo>
                  <a:pt x="121402" y="201496"/>
                </a:lnTo>
                <a:lnTo>
                  <a:pt x="12140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7220338" y="7678503"/>
            <a:ext cx="121401" cy="201496"/>
          </a:xfrm>
          <a:custGeom>
            <a:avLst/>
            <a:gdLst/>
            <a:ahLst/>
            <a:cxnLst/>
            <a:rect r="r" b="b" t="t" l="l"/>
            <a:pathLst>
              <a:path h="201496" w="121401">
                <a:moveTo>
                  <a:pt x="121402" y="0"/>
                </a:moveTo>
                <a:lnTo>
                  <a:pt x="0" y="0"/>
                </a:lnTo>
                <a:lnTo>
                  <a:pt x="0" y="201496"/>
                </a:lnTo>
                <a:lnTo>
                  <a:pt x="121402" y="201496"/>
                </a:lnTo>
                <a:lnTo>
                  <a:pt x="12140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80902" y="3601677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4" y="0"/>
                </a:lnTo>
                <a:lnTo>
                  <a:pt x="195494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380902" y="4623315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4" y="0"/>
                </a:lnTo>
                <a:lnTo>
                  <a:pt x="195494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80902" y="6666591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4" y="0"/>
                </a:lnTo>
                <a:lnTo>
                  <a:pt x="195494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380902" y="7688229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4" y="0"/>
                </a:lnTo>
                <a:lnTo>
                  <a:pt x="195494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015386" y="5365231"/>
            <a:ext cx="10499035" cy="754938"/>
            <a:chOff x="0" y="0"/>
            <a:chExt cx="3777638" cy="2716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7638" cy="271633"/>
            </a:xfrm>
            <a:custGeom>
              <a:avLst/>
              <a:gdLst/>
              <a:ahLst/>
              <a:cxnLst/>
              <a:rect r="r" b="b" t="t" l="l"/>
              <a:pathLst>
                <a:path h="271633" w="3777638">
                  <a:moveTo>
                    <a:pt x="16223" y="0"/>
                  </a:moveTo>
                  <a:lnTo>
                    <a:pt x="3761415" y="0"/>
                  </a:lnTo>
                  <a:cubicBezTo>
                    <a:pt x="3770375" y="0"/>
                    <a:pt x="3777638" y="7263"/>
                    <a:pt x="3777638" y="16223"/>
                  </a:cubicBezTo>
                  <a:lnTo>
                    <a:pt x="3777638" y="255410"/>
                  </a:lnTo>
                  <a:cubicBezTo>
                    <a:pt x="3777638" y="264370"/>
                    <a:pt x="3770375" y="271633"/>
                    <a:pt x="3761415" y="271633"/>
                  </a:cubicBezTo>
                  <a:lnTo>
                    <a:pt x="16223" y="271633"/>
                  </a:lnTo>
                  <a:cubicBezTo>
                    <a:pt x="7263" y="271633"/>
                    <a:pt x="0" y="264370"/>
                    <a:pt x="0" y="255410"/>
                  </a:cubicBezTo>
                  <a:lnTo>
                    <a:pt x="0" y="16223"/>
                  </a:lnTo>
                  <a:cubicBezTo>
                    <a:pt x="0" y="7263"/>
                    <a:pt x="7263" y="0"/>
                    <a:pt x="16223" y="0"/>
                  </a:cubicBezTo>
                  <a:close/>
                </a:path>
              </a:pathLst>
            </a:custGeom>
            <a:solidFill>
              <a:srgbClr val="F6F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777638" cy="319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true" flipV="false" rot="0">
            <a:off x="17220338" y="5537177"/>
            <a:ext cx="121401" cy="201496"/>
          </a:xfrm>
          <a:custGeom>
            <a:avLst/>
            <a:gdLst/>
            <a:ahLst/>
            <a:cxnLst/>
            <a:rect r="r" b="b" t="t" l="l"/>
            <a:pathLst>
              <a:path h="201496" w="121401">
                <a:moveTo>
                  <a:pt x="121402" y="0"/>
                </a:moveTo>
                <a:lnTo>
                  <a:pt x="0" y="0"/>
                </a:lnTo>
                <a:lnTo>
                  <a:pt x="0" y="201496"/>
                </a:lnTo>
                <a:lnTo>
                  <a:pt x="121402" y="201496"/>
                </a:lnTo>
                <a:lnTo>
                  <a:pt x="12140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380902" y="5644953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4" y="0"/>
                </a:lnTo>
                <a:lnTo>
                  <a:pt x="195494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5897880" y="1723250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286" t="-11736" r="-29316" b="-1398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57275" y="6627219"/>
            <a:ext cx="3657234" cy="1340460"/>
            <a:chOff x="0" y="0"/>
            <a:chExt cx="946255" cy="346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6255" cy="346824"/>
            </a:xfrm>
            <a:custGeom>
              <a:avLst/>
              <a:gdLst/>
              <a:ahLst/>
              <a:cxnLst/>
              <a:rect r="r" b="b" t="t" l="l"/>
              <a:pathLst>
                <a:path h="346824" w="946255">
                  <a:moveTo>
                    <a:pt x="0" y="0"/>
                  </a:moveTo>
                  <a:lnTo>
                    <a:pt x="946255" y="0"/>
                  </a:lnTo>
                  <a:lnTo>
                    <a:pt x="946255" y="346824"/>
                  </a:lnTo>
                  <a:lnTo>
                    <a:pt x="0" y="346824"/>
                  </a:lnTo>
                  <a:close/>
                </a:path>
              </a:pathLst>
            </a:custGeom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46255" cy="403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780231" y="3524205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슬라이드 분석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48368" y="3553851"/>
            <a:ext cx="7130926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PPT 내 텍스트·표·이미지</a:t>
            </a: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정보를 자동 추출 및 구조화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80231" y="4545843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FF575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조건부 외부 검색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48368" y="4575489"/>
            <a:ext cx="7130926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b="true" sz="1619">
                <a:solidFill>
                  <a:srgbClr val="FF575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필요 시 외부 검색을 통해 추가 정보를 반영하여 콘텐츠 생성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80231" y="6589119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FF575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수준별 콘텐츠 생성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48368" y="6618765"/>
            <a:ext cx="7130926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b="true" sz="1619">
                <a:solidFill>
                  <a:srgbClr val="FF575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초급자·상급자 학습 수준에 따른 설명 방식 적용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80231" y="7610757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음성·영상 제작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48368" y="7640403"/>
            <a:ext cx="7130926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TTS 및 슬라이드 기반</a:t>
            </a: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강의 영상 자동 생성  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780231" y="5567481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콘텐츠 생성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48368" y="5597127"/>
            <a:ext cx="7130926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슬라이드 내용과 외부검색 내용 기반으로 핵심 설명 및 요약 생성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73036" y="754201"/>
            <a:ext cx="834192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AI 강사 Agent 시스템 구조 소개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05524" y="650100"/>
            <a:ext cx="4257942" cy="417753"/>
            <a:chOff x="0" y="0"/>
            <a:chExt cx="5677256" cy="557003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1208835" y="-57150"/>
              <a:ext cx="4468421" cy="614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2750">
                  <a:solidFill>
                    <a:srgbClr val="282828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시스템 구성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-2368"/>
              <a:ext cx="852398" cy="51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1"/>
                </a:lnSpc>
              </a:pPr>
              <a:r>
                <a:rPr lang="en-US" b="true" sz="2350">
                  <a:solidFill>
                    <a:srgbClr val="3A70FC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6654" y="3279351"/>
            <a:ext cx="9713546" cy="5515353"/>
            <a:chOff x="0" y="0"/>
            <a:chExt cx="2558300" cy="1452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8300" cy="1452603"/>
            </a:xfrm>
            <a:custGeom>
              <a:avLst/>
              <a:gdLst/>
              <a:ahLst/>
              <a:cxnLst/>
              <a:rect r="r" b="b" t="t" l="l"/>
              <a:pathLst>
                <a:path h="1452603" w="2558300">
                  <a:moveTo>
                    <a:pt x="14346" y="0"/>
                  </a:moveTo>
                  <a:lnTo>
                    <a:pt x="2543954" y="0"/>
                  </a:lnTo>
                  <a:cubicBezTo>
                    <a:pt x="2547759" y="0"/>
                    <a:pt x="2551408" y="1511"/>
                    <a:pt x="2554098" y="4202"/>
                  </a:cubicBezTo>
                  <a:cubicBezTo>
                    <a:pt x="2556789" y="6892"/>
                    <a:pt x="2558300" y="10542"/>
                    <a:pt x="2558300" y="14346"/>
                  </a:cubicBezTo>
                  <a:lnTo>
                    <a:pt x="2558300" y="1438257"/>
                  </a:lnTo>
                  <a:cubicBezTo>
                    <a:pt x="2558300" y="1446180"/>
                    <a:pt x="2551877" y="1452603"/>
                    <a:pt x="2543954" y="1452603"/>
                  </a:cubicBezTo>
                  <a:lnTo>
                    <a:pt x="14346" y="1452603"/>
                  </a:lnTo>
                  <a:cubicBezTo>
                    <a:pt x="6423" y="1452603"/>
                    <a:pt x="0" y="1446180"/>
                    <a:pt x="0" y="1438257"/>
                  </a:cubicBezTo>
                  <a:lnTo>
                    <a:pt x="0" y="14346"/>
                  </a:lnTo>
                  <a:cubicBezTo>
                    <a:pt x="0" y="6423"/>
                    <a:pt x="6423" y="0"/>
                    <a:pt x="143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58300" cy="1500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7892567" y="4815556"/>
            <a:ext cx="8165309" cy="0"/>
          </a:xfrm>
          <a:prstGeom prst="line">
            <a:avLst/>
          </a:prstGeom>
          <a:ln cap="flat" w="9525">
            <a:solidFill>
              <a:srgbClr val="8BB5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892567" y="4005797"/>
            <a:ext cx="601690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조건부 외부 검색 (Proposed)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2567" y="5224434"/>
            <a:ext cx="8025136" cy="258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4174"/>
              </a:lnSpc>
              <a:buFont typeface="Arial"/>
              <a:buChar char="•"/>
            </a:pPr>
            <a:r>
              <a:rPr lang="en-US" sz="249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슬라이드별 검색 필요 여부 판단</a:t>
            </a:r>
          </a:p>
          <a:p>
            <a:pPr algn="l" marL="539746" indent="-269873" lvl="1">
              <a:lnSpc>
                <a:spcPts val="4174"/>
              </a:lnSpc>
              <a:buFont typeface="Arial"/>
              <a:buChar char="•"/>
            </a:pPr>
            <a:r>
              <a:rPr lang="en-US" sz="249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정보 부족한 경우에만 검색 수행</a:t>
            </a:r>
          </a:p>
          <a:p>
            <a:pPr algn="l">
              <a:lnSpc>
                <a:spcPts val="4174"/>
              </a:lnSpc>
            </a:pPr>
            <a:r>
              <a:rPr lang="en-US" sz="249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- 제목이 너무 일반적인 경우 (개요,정리 등)</a:t>
            </a:r>
          </a:p>
          <a:p>
            <a:pPr algn="l">
              <a:lnSpc>
                <a:spcPts val="4174"/>
              </a:lnSpc>
            </a:pPr>
            <a:r>
              <a:rPr lang="en-US" sz="249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-슬라이드 텍스트의 개수가 적은경우 (&gt;100)</a:t>
            </a:r>
          </a:p>
          <a:p>
            <a:pPr algn="l" marL="0" indent="0" lvl="0">
              <a:lnSpc>
                <a:spcPts val="4174"/>
              </a:lnSpc>
            </a:pPr>
            <a:r>
              <a:rPr lang="en-US" sz="249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→원본 내용 + 외부 정보 보완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81005" y="2040186"/>
            <a:ext cx="5383776" cy="7763161"/>
            <a:chOff x="0" y="0"/>
            <a:chExt cx="7178368" cy="10350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78368" cy="10350882"/>
            </a:xfrm>
            <a:custGeom>
              <a:avLst/>
              <a:gdLst/>
              <a:ahLst/>
              <a:cxnLst/>
              <a:rect r="r" b="b" t="t" l="l"/>
              <a:pathLst>
                <a:path h="10350882" w="7178368">
                  <a:moveTo>
                    <a:pt x="0" y="0"/>
                  </a:moveTo>
                  <a:lnTo>
                    <a:pt x="7178368" y="0"/>
                  </a:lnTo>
                  <a:lnTo>
                    <a:pt x="7178368" y="10350882"/>
                  </a:lnTo>
                  <a:lnTo>
                    <a:pt x="0" y="1035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45" r="0" b="-20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933434" y="1570787"/>
              <a:ext cx="1528784" cy="316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995"/>
                </a:lnSpc>
                <a:spcBef>
                  <a:spcPct val="0"/>
                </a:spcBef>
              </a:pPr>
              <a:r>
                <a:rPr lang="en-US" b="true" sz="1425">
                  <a:solidFill>
                    <a:srgbClr val="282828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슬라이드 입력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3888" y="6866942"/>
              <a:ext cx="1591209" cy="710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37"/>
                </a:lnSpc>
              </a:pPr>
              <a:r>
                <a:rPr lang="en-US" sz="1526" b="true">
                  <a:solidFill>
                    <a:srgbClr val="282828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    외부 검색</a:t>
              </a:r>
            </a:p>
            <a:p>
              <a:pPr algn="just" marL="0" indent="0" lvl="0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282828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(구글/Tavily)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23888" y="9472800"/>
              <a:ext cx="1612018" cy="34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282828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검색 결과 사용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180918" y="6866942"/>
              <a:ext cx="1320699" cy="710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37"/>
                </a:lnSpc>
              </a:pPr>
              <a:r>
                <a:rPr lang="en-US" sz="1526" b="true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원본 내용</a:t>
              </a:r>
            </a:p>
            <a:p>
              <a:pPr algn="just" marL="0" indent="0" lvl="0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그대로 사용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75090" y="3887822"/>
              <a:ext cx="2028187" cy="34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37"/>
                </a:lnSpc>
                <a:spcBef>
                  <a:spcPct val="0"/>
                </a:spcBef>
              </a:pPr>
              <a:r>
                <a:rPr lang="en-US" b="true" sz="1526">
                  <a:solidFill>
                    <a:srgbClr val="282828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검색 필요 여부 판단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897880" y="1723250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4973036" y="754201"/>
            <a:ext cx="834192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조건부 외부 검색 노드 설계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286" t="-11736" r="-29316" b="-139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5524" y="650100"/>
            <a:ext cx="4257942" cy="417753"/>
            <a:chOff x="0" y="0"/>
            <a:chExt cx="5677256" cy="55700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208835" y="-57150"/>
              <a:ext cx="4468421" cy="614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2750">
                  <a:solidFill>
                    <a:srgbClr val="282828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핵심 기능 _ 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2368"/>
              <a:ext cx="852398" cy="51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1"/>
                </a:lnSpc>
              </a:pPr>
              <a:r>
                <a:rPr lang="en-US" b="true" sz="2350">
                  <a:solidFill>
                    <a:srgbClr val="3A70FC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1723250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849182" y="2373572"/>
            <a:ext cx="2408062" cy="678026"/>
            <a:chOff x="0" y="0"/>
            <a:chExt cx="634222" cy="178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4222" cy="178575"/>
            </a:xfrm>
            <a:custGeom>
              <a:avLst/>
              <a:gdLst/>
              <a:ahLst/>
              <a:cxnLst/>
              <a:rect r="r" b="b" t="t" l="l"/>
              <a:pathLst>
                <a:path h="178575" w="634222">
                  <a:moveTo>
                    <a:pt x="89287" y="0"/>
                  </a:moveTo>
                  <a:lnTo>
                    <a:pt x="544935" y="0"/>
                  </a:lnTo>
                  <a:cubicBezTo>
                    <a:pt x="568615" y="0"/>
                    <a:pt x="591326" y="9407"/>
                    <a:pt x="608070" y="26152"/>
                  </a:cubicBezTo>
                  <a:cubicBezTo>
                    <a:pt x="624815" y="42896"/>
                    <a:pt x="634222" y="65607"/>
                    <a:pt x="634222" y="89287"/>
                  </a:cubicBezTo>
                  <a:lnTo>
                    <a:pt x="634222" y="89287"/>
                  </a:lnTo>
                  <a:cubicBezTo>
                    <a:pt x="634222" y="112968"/>
                    <a:pt x="624815" y="135678"/>
                    <a:pt x="608070" y="152423"/>
                  </a:cubicBezTo>
                  <a:cubicBezTo>
                    <a:pt x="591326" y="169168"/>
                    <a:pt x="568615" y="178575"/>
                    <a:pt x="544935" y="178575"/>
                  </a:cubicBezTo>
                  <a:lnTo>
                    <a:pt x="89287" y="178575"/>
                  </a:lnTo>
                  <a:cubicBezTo>
                    <a:pt x="65607" y="178575"/>
                    <a:pt x="42896" y="169168"/>
                    <a:pt x="26152" y="152423"/>
                  </a:cubicBezTo>
                  <a:cubicBezTo>
                    <a:pt x="9407" y="135678"/>
                    <a:pt x="0" y="112968"/>
                    <a:pt x="0" y="89287"/>
                  </a:cubicBezTo>
                  <a:lnTo>
                    <a:pt x="0" y="89287"/>
                  </a:lnTo>
                  <a:cubicBezTo>
                    <a:pt x="0" y="65607"/>
                    <a:pt x="9407" y="42896"/>
                    <a:pt x="26152" y="26152"/>
                  </a:cubicBezTo>
                  <a:cubicBezTo>
                    <a:pt x="42896" y="9407"/>
                    <a:pt x="65607" y="0"/>
                    <a:pt x="892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6FE">
                    <a:alpha val="100000"/>
                  </a:srgbClr>
                </a:gs>
                <a:gs pos="100000">
                  <a:srgbClr val="477AF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634222" cy="235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34675" y="2373572"/>
            <a:ext cx="2408062" cy="678026"/>
            <a:chOff x="0" y="0"/>
            <a:chExt cx="634222" cy="178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222" cy="178575"/>
            </a:xfrm>
            <a:custGeom>
              <a:avLst/>
              <a:gdLst/>
              <a:ahLst/>
              <a:cxnLst/>
              <a:rect r="r" b="b" t="t" l="l"/>
              <a:pathLst>
                <a:path h="178575" w="634222">
                  <a:moveTo>
                    <a:pt x="89287" y="0"/>
                  </a:moveTo>
                  <a:lnTo>
                    <a:pt x="544935" y="0"/>
                  </a:lnTo>
                  <a:cubicBezTo>
                    <a:pt x="568615" y="0"/>
                    <a:pt x="591326" y="9407"/>
                    <a:pt x="608070" y="26152"/>
                  </a:cubicBezTo>
                  <a:cubicBezTo>
                    <a:pt x="624815" y="42896"/>
                    <a:pt x="634222" y="65607"/>
                    <a:pt x="634222" y="89287"/>
                  </a:cubicBezTo>
                  <a:lnTo>
                    <a:pt x="634222" y="89287"/>
                  </a:lnTo>
                  <a:cubicBezTo>
                    <a:pt x="634222" y="112968"/>
                    <a:pt x="624815" y="135678"/>
                    <a:pt x="608070" y="152423"/>
                  </a:cubicBezTo>
                  <a:cubicBezTo>
                    <a:pt x="591326" y="169168"/>
                    <a:pt x="568615" y="178575"/>
                    <a:pt x="544935" y="178575"/>
                  </a:cubicBezTo>
                  <a:lnTo>
                    <a:pt x="89287" y="178575"/>
                  </a:lnTo>
                  <a:cubicBezTo>
                    <a:pt x="65607" y="178575"/>
                    <a:pt x="42896" y="169168"/>
                    <a:pt x="26152" y="152423"/>
                  </a:cubicBezTo>
                  <a:cubicBezTo>
                    <a:pt x="9407" y="135678"/>
                    <a:pt x="0" y="112968"/>
                    <a:pt x="0" y="89287"/>
                  </a:cubicBezTo>
                  <a:lnTo>
                    <a:pt x="0" y="89287"/>
                  </a:lnTo>
                  <a:cubicBezTo>
                    <a:pt x="0" y="65607"/>
                    <a:pt x="9407" y="42896"/>
                    <a:pt x="26152" y="26152"/>
                  </a:cubicBezTo>
                  <a:cubicBezTo>
                    <a:pt x="42896" y="9407"/>
                    <a:pt x="65607" y="0"/>
                    <a:pt x="892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6FE">
                    <a:alpha val="100000"/>
                  </a:srgbClr>
                </a:gs>
                <a:gs pos="100000">
                  <a:srgbClr val="477AF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34222" cy="235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2536110" y="9464376"/>
            <a:ext cx="305319" cy="267154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A4CA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52972" y="3450622"/>
            <a:ext cx="6800483" cy="1364986"/>
            <a:chOff x="0" y="0"/>
            <a:chExt cx="1791074" cy="35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6FE">
                    <a:alpha val="100000"/>
                  </a:srgbClr>
                </a:gs>
                <a:gs pos="100000">
                  <a:srgbClr val="477AF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52972" y="5467846"/>
            <a:ext cx="6800483" cy="1364986"/>
            <a:chOff x="0" y="0"/>
            <a:chExt cx="1791074" cy="3595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6FE">
                    <a:alpha val="100000"/>
                  </a:srgbClr>
                </a:gs>
                <a:gs pos="100000">
                  <a:srgbClr val="477AF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38465" y="3450622"/>
            <a:ext cx="6800483" cy="1364986"/>
            <a:chOff x="0" y="0"/>
            <a:chExt cx="1791074" cy="3595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ln w="9525" cap="sq">
              <a:solidFill>
                <a:srgbClr val="1A4CA1"/>
              </a:solidFill>
              <a:prstDash val="dash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38465" y="5467846"/>
            <a:ext cx="6800483" cy="1364986"/>
            <a:chOff x="0" y="0"/>
            <a:chExt cx="1791074" cy="3595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ln w="9525" cap="sq">
              <a:solidFill>
                <a:srgbClr val="1A4CA1"/>
              </a:solidFill>
              <a:prstDash val="dash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559239" y="2514134"/>
            <a:ext cx="98794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상급자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44732" y="2514134"/>
            <a:ext cx="98794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초보자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9928" y="3677787"/>
            <a:ext cx="1246571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CFCFC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82479" y="4051801"/>
            <a:ext cx="394146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전문 용어 사용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46789" y="5999247"/>
            <a:ext cx="465719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구조 / 동작 중심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92044" y="3677787"/>
            <a:ext cx="1693326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4F4F4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개념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14341" y="4058145"/>
            <a:ext cx="318565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4F4F4F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쉬운 용어 사용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3071" y="5999247"/>
            <a:ext cx="489004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4F4F4F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비유 / 예시 중심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52513" y="7709132"/>
            <a:ext cx="2001400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FCFCFC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구매 완료 페이지 도달률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79442" y="8059623"/>
            <a:ext cx="1547542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</a:t>
            </a:r>
            <a:r>
              <a:rPr lang="en-US" b="true" sz="24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+1</a:t>
            </a:r>
            <a:r>
              <a:rPr lang="en-US" b="true" sz="2400">
                <a:solidFill>
                  <a:srgbClr val="FCFCFC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2% 상승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52972" y="7485070"/>
            <a:ext cx="6800483" cy="1364986"/>
            <a:chOff x="0" y="0"/>
            <a:chExt cx="1791074" cy="3595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6FE">
                    <a:alpha val="100000"/>
                  </a:srgbClr>
                </a:gs>
                <a:gs pos="100000">
                  <a:srgbClr val="477AF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38465" y="7485070"/>
            <a:ext cx="6800483" cy="1364986"/>
            <a:chOff x="0" y="0"/>
            <a:chExt cx="1791074" cy="3595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91074" cy="359502"/>
            </a:xfrm>
            <a:custGeom>
              <a:avLst/>
              <a:gdLst/>
              <a:ahLst/>
              <a:cxnLst/>
              <a:rect r="r" b="b" t="t" l="l"/>
              <a:pathLst>
                <a:path h="359502" w="1791074">
                  <a:moveTo>
                    <a:pt x="18215" y="0"/>
                  </a:moveTo>
                  <a:lnTo>
                    <a:pt x="1772859" y="0"/>
                  </a:lnTo>
                  <a:cubicBezTo>
                    <a:pt x="1782919" y="0"/>
                    <a:pt x="1791074" y="8155"/>
                    <a:pt x="1791074" y="18215"/>
                  </a:cubicBezTo>
                  <a:lnTo>
                    <a:pt x="1791074" y="341288"/>
                  </a:lnTo>
                  <a:cubicBezTo>
                    <a:pt x="1791074" y="346118"/>
                    <a:pt x="1789155" y="350751"/>
                    <a:pt x="1785739" y="354167"/>
                  </a:cubicBezTo>
                  <a:cubicBezTo>
                    <a:pt x="1782323" y="357583"/>
                    <a:pt x="1777690" y="359502"/>
                    <a:pt x="1772859" y="359502"/>
                  </a:cubicBezTo>
                  <a:lnTo>
                    <a:pt x="18215" y="359502"/>
                  </a:lnTo>
                  <a:cubicBezTo>
                    <a:pt x="13384" y="359502"/>
                    <a:pt x="8751" y="357583"/>
                    <a:pt x="5335" y="354167"/>
                  </a:cubicBezTo>
                  <a:cubicBezTo>
                    <a:pt x="1919" y="350751"/>
                    <a:pt x="0" y="346118"/>
                    <a:pt x="0" y="341288"/>
                  </a:cubicBezTo>
                  <a:lnTo>
                    <a:pt x="0" y="18215"/>
                  </a:lnTo>
                  <a:cubicBezTo>
                    <a:pt x="0" y="13384"/>
                    <a:pt x="1919" y="8751"/>
                    <a:pt x="5335" y="5335"/>
                  </a:cubicBezTo>
                  <a:cubicBezTo>
                    <a:pt x="8751" y="1919"/>
                    <a:pt x="13384" y="0"/>
                    <a:pt x="18215" y="0"/>
                  </a:cubicBezTo>
                  <a:close/>
                </a:path>
              </a:pathLst>
            </a:custGeom>
            <a:ln w="9525" cap="sq">
              <a:solidFill>
                <a:srgbClr val="1A4CA1"/>
              </a:solidFill>
              <a:prstDash val="dash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791074" cy="41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177664" y="7737707"/>
            <a:ext cx="1751098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CFCFC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학습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76111" y="8059623"/>
            <a:ext cx="19778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CFCFC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실무 관점 강조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01408" y="7737707"/>
            <a:ext cx="2074596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4F4F4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학습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94484" y="8059623"/>
            <a:ext cx="14908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4F4F4F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단계별 설명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73036" y="754201"/>
            <a:ext cx="834192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사용자별 맞춤 강의 영상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04888" y="9354732"/>
            <a:ext cx="15307137" cy="41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2"/>
              </a:lnSpc>
              <a:spcBef>
                <a:spcPct val="0"/>
              </a:spcBef>
            </a:pPr>
            <a:r>
              <a:rPr lang="en-US" b="true" sz="2387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내용 생성 단계에서 사용자 수준에 따라 프롬프트를 분기하여, </a:t>
            </a:r>
            <a:r>
              <a:rPr lang="en-US" b="true" sz="2387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설명 방식이 다른 콘텐츠를 생성하도록 구현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01353" y="5625233"/>
            <a:ext cx="1246571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CFCFC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이해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63469" y="5625233"/>
            <a:ext cx="1693326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4F4F4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이해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286" t="-11736" r="-29316" b="-1398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5524" y="650100"/>
            <a:ext cx="4257942" cy="417753"/>
            <a:chOff x="0" y="0"/>
            <a:chExt cx="5677256" cy="557003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1208835" y="-57150"/>
              <a:ext cx="4468421" cy="614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2750">
                  <a:solidFill>
                    <a:srgbClr val="282828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핵심 기능 _ 2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-2368"/>
              <a:ext cx="852398" cy="51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1"/>
                </a:lnSpc>
              </a:pPr>
              <a:r>
                <a:rPr lang="en-US" b="true" sz="2350">
                  <a:solidFill>
                    <a:srgbClr val="3A70FC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EB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1723250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286" t="-11736" r="-29316" b="-1398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06297" y="2638775"/>
            <a:ext cx="6641814" cy="5483383"/>
            <a:chOff x="0" y="0"/>
            <a:chExt cx="1749284" cy="1444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9284" cy="1444183"/>
            </a:xfrm>
            <a:custGeom>
              <a:avLst/>
              <a:gdLst/>
              <a:ahLst/>
              <a:cxnLst/>
              <a:rect r="r" b="b" t="t" l="l"/>
              <a:pathLst>
                <a:path h="1444183" w="1749284">
                  <a:moveTo>
                    <a:pt x="25644" y="0"/>
                  </a:moveTo>
                  <a:lnTo>
                    <a:pt x="1723640" y="0"/>
                  </a:lnTo>
                  <a:cubicBezTo>
                    <a:pt x="1730442" y="0"/>
                    <a:pt x="1736964" y="2702"/>
                    <a:pt x="1741773" y="7511"/>
                  </a:cubicBezTo>
                  <a:cubicBezTo>
                    <a:pt x="1746583" y="12320"/>
                    <a:pt x="1749284" y="18843"/>
                    <a:pt x="1749284" y="25644"/>
                  </a:cubicBezTo>
                  <a:lnTo>
                    <a:pt x="1749284" y="1418539"/>
                  </a:lnTo>
                  <a:cubicBezTo>
                    <a:pt x="1749284" y="1425340"/>
                    <a:pt x="1746583" y="1431863"/>
                    <a:pt x="1741773" y="1436672"/>
                  </a:cubicBezTo>
                  <a:cubicBezTo>
                    <a:pt x="1736964" y="1441481"/>
                    <a:pt x="1730442" y="1444183"/>
                    <a:pt x="1723640" y="1444183"/>
                  </a:cubicBezTo>
                  <a:lnTo>
                    <a:pt x="25644" y="1444183"/>
                  </a:lnTo>
                  <a:cubicBezTo>
                    <a:pt x="18843" y="1444183"/>
                    <a:pt x="12320" y="1441481"/>
                    <a:pt x="7511" y="1436672"/>
                  </a:cubicBezTo>
                  <a:cubicBezTo>
                    <a:pt x="2702" y="1431863"/>
                    <a:pt x="0" y="1425340"/>
                    <a:pt x="0" y="1418539"/>
                  </a:cubicBezTo>
                  <a:lnTo>
                    <a:pt x="0" y="25644"/>
                  </a:lnTo>
                  <a:cubicBezTo>
                    <a:pt x="0" y="18843"/>
                    <a:pt x="2702" y="12320"/>
                    <a:pt x="7511" y="7511"/>
                  </a:cubicBezTo>
                  <a:cubicBezTo>
                    <a:pt x="12320" y="2702"/>
                    <a:pt x="18843" y="0"/>
                    <a:pt x="2564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49284" cy="1491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40119" y="8884385"/>
            <a:ext cx="6607992" cy="564498"/>
            <a:chOff x="0" y="0"/>
            <a:chExt cx="1740376" cy="1486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0377" cy="148674"/>
            </a:xfrm>
            <a:custGeom>
              <a:avLst/>
              <a:gdLst/>
              <a:ahLst/>
              <a:cxnLst/>
              <a:rect r="r" b="b" t="t" l="l"/>
              <a:pathLst>
                <a:path h="148674" w="1740377">
                  <a:moveTo>
                    <a:pt x="25775" y="0"/>
                  </a:moveTo>
                  <a:lnTo>
                    <a:pt x="1714601" y="0"/>
                  </a:lnTo>
                  <a:cubicBezTo>
                    <a:pt x="1721437" y="0"/>
                    <a:pt x="1727993" y="2716"/>
                    <a:pt x="1732827" y="7549"/>
                  </a:cubicBezTo>
                  <a:cubicBezTo>
                    <a:pt x="1737661" y="12383"/>
                    <a:pt x="1740377" y="18939"/>
                    <a:pt x="1740377" y="25775"/>
                  </a:cubicBezTo>
                  <a:lnTo>
                    <a:pt x="1740377" y="122899"/>
                  </a:lnTo>
                  <a:cubicBezTo>
                    <a:pt x="1740377" y="129735"/>
                    <a:pt x="1737661" y="136291"/>
                    <a:pt x="1732827" y="141125"/>
                  </a:cubicBezTo>
                  <a:cubicBezTo>
                    <a:pt x="1727993" y="145959"/>
                    <a:pt x="1721437" y="148674"/>
                    <a:pt x="1714601" y="148674"/>
                  </a:cubicBezTo>
                  <a:lnTo>
                    <a:pt x="25775" y="148674"/>
                  </a:lnTo>
                  <a:cubicBezTo>
                    <a:pt x="18939" y="148674"/>
                    <a:pt x="12383" y="145959"/>
                    <a:pt x="7549" y="141125"/>
                  </a:cubicBezTo>
                  <a:cubicBezTo>
                    <a:pt x="2716" y="136291"/>
                    <a:pt x="0" y="129735"/>
                    <a:pt x="0" y="122899"/>
                  </a:cubicBezTo>
                  <a:lnTo>
                    <a:pt x="0" y="25775"/>
                  </a:lnTo>
                  <a:cubicBezTo>
                    <a:pt x="0" y="18939"/>
                    <a:pt x="2716" y="12383"/>
                    <a:pt x="7549" y="7549"/>
                  </a:cubicBezTo>
                  <a:cubicBezTo>
                    <a:pt x="12383" y="2716"/>
                    <a:pt x="18939" y="0"/>
                    <a:pt x="2577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40376" cy="196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  <a:r>
                <a:rPr lang="en-US" sz="2254" spc="187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final_lecture.mp4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89387" y="3295734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3" y="0"/>
                </a:lnTo>
                <a:lnTo>
                  <a:pt x="195493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89387" y="3683976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3" y="0"/>
                </a:lnTo>
                <a:lnTo>
                  <a:pt x="195493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89387" y="4036632"/>
            <a:ext cx="195494" cy="195494"/>
          </a:xfrm>
          <a:custGeom>
            <a:avLst/>
            <a:gdLst/>
            <a:ahLst/>
            <a:cxnLst/>
            <a:rect r="r" b="b" t="t" l="l"/>
            <a:pathLst>
              <a:path h="195494" w="195494">
                <a:moveTo>
                  <a:pt x="0" y="0"/>
                </a:moveTo>
                <a:lnTo>
                  <a:pt x="195493" y="0"/>
                </a:lnTo>
                <a:lnTo>
                  <a:pt x="195493" y="195494"/>
                </a:lnTo>
                <a:lnTo>
                  <a:pt x="0" y="19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58767" y="5073751"/>
            <a:ext cx="5736875" cy="1571094"/>
          </a:xfrm>
          <a:custGeom>
            <a:avLst/>
            <a:gdLst/>
            <a:ahLst/>
            <a:cxnLst/>
            <a:rect r="r" b="b" t="t" l="l"/>
            <a:pathLst>
              <a:path h="1571094" w="5736875">
                <a:moveTo>
                  <a:pt x="0" y="0"/>
                </a:moveTo>
                <a:lnTo>
                  <a:pt x="5736875" y="0"/>
                </a:lnTo>
                <a:lnTo>
                  <a:pt x="5736875" y="1571094"/>
                </a:lnTo>
                <a:lnTo>
                  <a:pt x="0" y="1571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97741" y="1360168"/>
            <a:ext cx="2481162" cy="8340041"/>
          </a:xfrm>
          <a:custGeom>
            <a:avLst/>
            <a:gdLst/>
            <a:ahLst/>
            <a:cxnLst/>
            <a:rect r="r" b="b" t="t" l="l"/>
            <a:pathLst>
              <a:path h="8340041" w="2481162">
                <a:moveTo>
                  <a:pt x="0" y="0"/>
                </a:moveTo>
                <a:lnTo>
                  <a:pt x="2481162" y="0"/>
                </a:lnTo>
                <a:lnTo>
                  <a:pt x="2481162" y="8340041"/>
                </a:lnTo>
                <a:lnTo>
                  <a:pt x="0" y="8340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73036" y="754201"/>
            <a:ext cx="834192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282828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결과 및 시연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05524" y="650100"/>
            <a:ext cx="4257942" cy="417753"/>
            <a:chOff x="0" y="0"/>
            <a:chExt cx="5677256" cy="55700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208835" y="-57150"/>
              <a:ext cx="4468421" cy="614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2750">
                  <a:solidFill>
                    <a:srgbClr val="282828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결과 및 시연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2368"/>
              <a:ext cx="852398" cy="51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1"/>
                </a:lnSpc>
              </a:pPr>
              <a:r>
                <a:rPr lang="en-US" b="true" sz="2350">
                  <a:solidFill>
                    <a:srgbClr val="3A70FC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89387" y="2872662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결과 요약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4495" y="3257634"/>
            <a:ext cx="4681188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PPT 기반</a:t>
            </a: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강의 콘텐츠 자동 생성 파이프라인 구현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4495" y="3621314"/>
            <a:ext cx="4681188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조건부 외부</a:t>
            </a: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검색을 통해 콘텐츠 정보 보완 및 품질 향상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4495" y="3984994"/>
            <a:ext cx="4681188" cy="2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학습</a:t>
            </a:r>
            <a:r>
              <a:rPr lang="en-US" sz="1619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수준에 따른 맞춤형 강의 콘텐츠 및 영상 생성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9387" y="8991415"/>
            <a:ext cx="1807589" cy="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1"/>
              </a:lnSpc>
              <a:spcBef>
                <a:spcPct val="0"/>
              </a:spcBef>
            </a:pPr>
            <a:r>
              <a:rPr lang="en-US" b="true" sz="1829">
                <a:solidFill>
                  <a:srgbClr val="3A70FC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동영상 링크 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82916" y="-1227332"/>
            <a:ext cx="31185823" cy="10405332"/>
            <a:chOff x="0" y="0"/>
            <a:chExt cx="41581098" cy="1387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31962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53661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777849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709811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31510" y="6924188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931962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853661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777849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709811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631510" y="0"/>
              <a:ext cx="6949588" cy="6949588"/>
            </a:xfrm>
            <a:custGeom>
              <a:avLst/>
              <a:gdLst/>
              <a:ahLst/>
              <a:cxnLst/>
              <a:rect r="r" b="b" t="t" l="l"/>
              <a:pathLst>
                <a:path h="6949588" w="6949588">
                  <a:moveTo>
                    <a:pt x="0" y="0"/>
                  </a:moveTo>
                  <a:lnTo>
                    <a:pt x="6949588" y="0"/>
                  </a:lnTo>
                  <a:lnTo>
                    <a:pt x="6949588" y="6949588"/>
                  </a:lnTo>
                  <a:lnTo>
                    <a:pt x="0" y="694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5400000">
            <a:off x="3349399" y="-4292453"/>
            <a:ext cx="11550757" cy="18326446"/>
          </a:xfrm>
          <a:custGeom>
            <a:avLst/>
            <a:gdLst/>
            <a:ahLst/>
            <a:cxnLst/>
            <a:rect r="r" b="b" t="t" l="l"/>
            <a:pathLst>
              <a:path h="18326446" w="11550757">
                <a:moveTo>
                  <a:pt x="0" y="0"/>
                </a:moveTo>
                <a:lnTo>
                  <a:pt x="11550757" y="0"/>
                </a:lnTo>
                <a:lnTo>
                  <a:pt x="11550757" y="18326446"/>
                </a:lnTo>
                <a:lnTo>
                  <a:pt x="0" y="18326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9177999"/>
            <a:ext cx="18288000" cy="1109001"/>
            <a:chOff x="0" y="0"/>
            <a:chExt cx="4816593" cy="292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292082"/>
            </a:xfrm>
            <a:custGeom>
              <a:avLst/>
              <a:gdLst/>
              <a:ahLst/>
              <a:cxnLst/>
              <a:rect r="r" b="b" t="t" l="l"/>
              <a:pathLst>
                <a:path h="2920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92082"/>
                  </a:lnTo>
                  <a:lnTo>
                    <a:pt x="0" y="292082"/>
                  </a:lnTo>
                  <a:close/>
                </a:path>
              </a:pathLst>
            </a:custGeom>
            <a:solidFill>
              <a:srgbClr val="4C7E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16593" cy="339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241745" y="1028700"/>
            <a:ext cx="6707205" cy="6725733"/>
          </a:xfrm>
          <a:custGeom>
            <a:avLst/>
            <a:gdLst/>
            <a:ahLst/>
            <a:cxnLst/>
            <a:rect r="r" b="b" t="t" l="l"/>
            <a:pathLst>
              <a:path h="6725733" w="6707205">
                <a:moveTo>
                  <a:pt x="0" y="0"/>
                </a:moveTo>
                <a:lnTo>
                  <a:pt x="6707205" y="0"/>
                </a:lnTo>
                <a:lnTo>
                  <a:pt x="6707205" y="6725733"/>
                </a:lnTo>
                <a:lnTo>
                  <a:pt x="0" y="67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726737" y="4538207"/>
            <a:ext cx="4748767" cy="5504940"/>
          </a:xfrm>
          <a:custGeom>
            <a:avLst/>
            <a:gdLst/>
            <a:ahLst/>
            <a:cxnLst/>
            <a:rect r="r" b="b" t="t" l="l"/>
            <a:pathLst>
              <a:path h="5504940" w="4748767">
                <a:moveTo>
                  <a:pt x="0" y="0"/>
                </a:moveTo>
                <a:lnTo>
                  <a:pt x="4748768" y="0"/>
                </a:lnTo>
                <a:lnTo>
                  <a:pt x="4748768" y="5504940"/>
                </a:lnTo>
                <a:lnTo>
                  <a:pt x="0" y="5504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17237" y="2415606"/>
            <a:ext cx="10218899" cy="29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1"/>
              </a:lnSpc>
              <a:spcBef>
                <a:spcPct val="0"/>
              </a:spcBef>
            </a:pPr>
            <a:r>
              <a:rPr lang="en-US" b="true" sz="8436" spc="253">
                <a:solidFill>
                  <a:srgbClr val="002070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들어주셔서</a:t>
            </a:r>
          </a:p>
          <a:p>
            <a:pPr algn="ctr">
              <a:lnSpc>
                <a:spcPts val="11811"/>
              </a:lnSpc>
              <a:spcBef>
                <a:spcPct val="0"/>
              </a:spcBef>
            </a:pPr>
            <a:r>
              <a:rPr lang="en-US" b="true" sz="8436" spc="253">
                <a:solidFill>
                  <a:srgbClr val="002070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감사합니다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27409" y="5871054"/>
            <a:ext cx="8471627" cy="996567"/>
            <a:chOff x="0" y="0"/>
            <a:chExt cx="2231210" cy="2624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1210" cy="262470"/>
            </a:xfrm>
            <a:custGeom>
              <a:avLst/>
              <a:gdLst/>
              <a:ahLst/>
              <a:cxnLst/>
              <a:rect r="r" b="b" t="t" l="l"/>
              <a:pathLst>
                <a:path h="262470" w="2231210">
                  <a:moveTo>
                    <a:pt x="91386" y="0"/>
                  </a:moveTo>
                  <a:lnTo>
                    <a:pt x="2139824" y="0"/>
                  </a:lnTo>
                  <a:cubicBezTo>
                    <a:pt x="2190295" y="0"/>
                    <a:pt x="2231210" y="40915"/>
                    <a:pt x="2231210" y="91386"/>
                  </a:cubicBezTo>
                  <a:lnTo>
                    <a:pt x="2231210" y="171084"/>
                  </a:lnTo>
                  <a:cubicBezTo>
                    <a:pt x="2231210" y="221555"/>
                    <a:pt x="2190295" y="262470"/>
                    <a:pt x="2139824" y="262470"/>
                  </a:cubicBezTo>
                  <a:lnTo>
                    <a:pt x="91386" y="262470"/>
                  </a:lnTo>
                  <a:cubicBezTo>
                    <a:pt x="40915" y="262470"/>
                    <a:pt x="0" y="221555"/>
                    <a:pt x="0" y="171084"/>
                  </a:cubicBezTo>
                  <a:lnTo>
                    <a:pt x="0" y="91386"/>
                  </a:lnTo>
                  <a:cubicBezTo>
                    <a:pt x="0" y="40915"/>
                    <a:pt x="40915" y="0"/>
                    <a:pt x="91386" y="0"/>
                  </a:cubicBezTo>
                  <a:close/>
                </a:path>
              </a:pathLst>
            </a:custGeom>
            <a:solidFill>
              <a:srgbClr val="4C7E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31210" cy="31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218982" y="5795873"/>
            <a:ext cx="769807" cy="769807"/>
          </a:xfrm>
          <a:custGeom>
            <a:avLst/>
            <a:gdLst/>
            <a:ahLst/>
            <a:cxnLst/>
            <a:rect r="r" b="b" t="t" l="l"/>
            <a:pathLst>
              <a:path h="769807" w="769807">
                <a:moveTo>
                  <a:pt x="0" y="0"/>
                </a:moveTo>
                <a:lnTo>
                  <a:pt x="769808" y="0"/>
                </a:lnTo>
                <a:lnTo>
                  <a:pt x="769808" y="769808"/>
                </a:lnTo>
                <a:lnTo>
                  <a:pt x="0" y="769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264583" y="5984434"/>
            <a:ext cx="769807" cy="769807"/>
          </a:xfrm>
          <a:custGeom>
            <a:avLst/>
            <a:gdLst/>
            <a:ahLst/>
            <a:cxnLst/>
            <a:rect r="r" b="b" t="t" l="l"/>
            <a:pathLst>
              <a:path h="769807" w="769807">
                <a:moveTo>
                  <a:pt x="0" y="0"/>
                </a:moveTo>
                <a:lnTo>
                  <a:pt x="769807" y="0"/>
                </a:lnTo>
                <a:lnTo>
                  <a:pt x="769807" y="769808"/>
                </a:lnTo>
                <a:lnTo>
                  <a:pt x="0" y="769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437272" y="5987711"/>
            <a:ext cx="5378829" cy="67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  <a:spcBef>
                <a:spcPct val="0"/>
              </a:spcBef>
            </a:pPr>
            <a:r>
              <a:rPr lang="en-US" b="true" sz="3383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Thanks for Listening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27173" y="297048"/>
            <a:ext cx="1464960" cy="412601"/>
            <a:chOff x="0" y="0"/>
            <a:chExt cx="1953280" cy="5501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6082" cy="550134"/>
            </a:xfrm>
            <a:custGeom>
              <a:avLst/>
              <a:gdLst/>
              <a:ahLst/>
              <a:cxnLst/>
              <a:rect r="r" b="b" t="t" l="l"/>
              <a:pathLst>
                <a:path h="550134" w="436082">
                  <a:moveTo>
                    <a:pt x="0" y="0"/>
                  </a:moveTo>
                  <a:lnTo>
                    <a:pt x="436082" y="0"/>
                  </a:lnTo>
                  <a:lnTo>
                    <a:pt x="436082" y="550134"/>
                  </a:lnTo>
                  <a:lnTo>
                    <a:pt x="0" y="55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9286" t="-11736" r="-29316" b="-139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24998" y="63481"/>
              <a:ext cx="1428282" cy="385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456"/>
                </a:lnSpc>
                <a:spcBef>
                  <a:spcPct val="0"/>
                </a:spcBef>
              </a:pPr>
              <a:r>
                <a:rPr lang="en-US" sz="1754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KT AIVLE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492133" y="9652584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DAHIGVVKzRA</dc:identifier>
  <dcterms:modified xsi:type="dcterms:W3CDTF">2011-08-01T06:04:30Z</dcterms:modified>
  <cp:revision>1</cp:revision>
  <dc:title>AI_14조</dc:title>
</cp:coreProperties>
</file>
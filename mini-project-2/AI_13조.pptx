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9" r:id="rId7"/>
  </p:sldMasterIdLst>
  <p:notesMasterIdLst>
    <p:notesMasterId r:id="rId18"/>
  </p:notesMasterIdLst>
  <p:handoutMasterIdLst>
    <p:handoutMasterId r:id="rId19"/>
  </p:handoutMasterIdLst>
  <p:sldIdLst>
    <p:sldId id="256" r:id="rId8"/>
    <p:sldId id="257" r:id="rId9"/>
    <p:sldId id="520" r:id="rId10"/>
    <p:sldId id="511" r:id="rId11"/>
    <p:sldId id="522" r:id="rId12"/>
    <p:sldId id="399" r:id="rId13"/>
    <p:sldId id="517" r:id="rId14"/>
    <p:sldId id="519" r:id="rId15"/>
    <p:sldId id="521" r:id="rId16"/>
    <p:sldId id="352" r:id="rId1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DDAF471-735E-464C-98E0-5CDDB09B7B7E}">
          <p14:sldIdLst>
            <p14:sldId id="256"/>
            <p14:sldId id="257"/>
            <p14:sldId id="520"/>
            <p14:sldId id="511"/>
            <p14:sldId id="522"/>
            <p14:sldId id="399"/>
            <p14:sldId id="517"/>
            <p14:sldId id="519"/>
            <p14:sldId id="521"/>
            <p14:sldId id="352"/>
          </p14:sldIdLst>
        </p14:section>
        <p14:section name="기본 구역" id="{D4893BE6-C7F5-4FDF-8C6B-DDADAEACEAE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5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6398"/>
    <a:srgbClr val="000000"/>
    <a:srgbClr val="1F4789"/>
    <a:srgbClr val="1E4686"/>
    <a:srgbClr val="99A8C7"/>
    <a:srgbClr val="5670B4"/>
    <a:srgbClr val="0A50A1"/>
    <a:srgbClr val="C7D8F2"/>
    <a:srgbClr val="1E7EF2"/>
    <a:srgbClr val="0F6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BBB47-5E44-0534-E99F-ED43628341D5}" v="1" dt="2026-04-14T07:09:06.333"/>
    <p1510:client id="{1A9122ED-6496-68EF-BB84-A93B4B0A2F1E}" v="825" dt="2026-04-15T07:14:17.053"/>
    <p1510:client id="{2000B1C3-E128-0725-B6B1-7D417BF76E05}" v="596" dt="2026-04-14T07:58:39.763"/>
    <p1510:client id="{27C2AEF8-4943-6969-B360-8E11CBBC84DD}" v="43" dt="2026-04-15T06:35:01.980"/>
    <p1510:client id="{31B67067-FB3E-0251-E0EB-E77C8BE518CE}" v="42" dt="2026-04-14T07:26:03.686"/>
    <p1510:client id="{36EC7062-7D45-B95A-67CC-220484E95001}" v="50" dt="2026-04-15T07:09:59.191"/>
    <p1510:client id="{43651104-BACB-BFA5-9B20-09D2309353A4}" v="14" dt="2026-04-14T07:30:08.658"/>
    <p1510:client id="{4A195569-D079-389B-9F2F-7F46BB4FB3E6}" v="332" dt="2026-04-15T05:42:28.703"/>
    <p1510:client id="{4AB9B652-44CB-98D3-A174-331FFFEE611A}" v="2" dt="2026-04-15T06:46:23.344"/>
    <p1510:client id="{5AD20756-8F7F-D070-9979-E7CFEC05CE7C}" v="8" dt="2026-04-15T06:57:37.977"/>
    <p1510:client id="{5BF9FAFE-2EA1-8B48-AA41-D8346DECCA92}" v="2" dt="2026-04-15T00:23:58.065"/>
    <p1510:client id="{63223581-371B-49D7-7897-2A6302FFD179}" v="396" dt="2026-04-15T05:53:28.996"/>
    <p1510:client id="{73ECE143-459F-3D05-433A-BDC3AB74A0EC}" v="17" dt="2026-04-14T07:56:25.122"/>
    <p1510:client id="{812A3964-C652-89DE-8714-BEB59E8163D4}" v="1401" dt="2026-04-15T06:01:24.222"/>
    <p1510:client id="{89C1129F-FBD6-2976-B97A-B3697F1E1F69}" v="10" dt="2026-04-15T06:40:23.018"/>
    <p1510:client id="{89EE288C-6D06-EDDE-B4A7-978FD6B13795}" v="376" dt="2026-04-15T07:10:13.118"/>
    <p1510:client id="{92D06378-6553-D5D0-56F7-404565AA2806}" v="932" dt="2026-04-15T07:02:16.297"/>
    <p1510:client id="{983C6AD1-2371-BBAB-32EC-0B9434F31960}" v="12" dt="2026-04-15T00:26:59.370"/>
    <p1510:client id="{9C924B1D-AF4B-CFF2-9D57-8918AF6D57DE}" v="599" dt="2026-04-15T07:01:18.014"/>
    <p1510:client id="{A20BE28F-365A-B8F8-C1E5-8ADE4D424F66}" v="1" dt="2026-04-14T07:10:00.178"/>
    <p1510:client id="{B0FDA1EE-3F09-7269-E533-5DFC0393E9B4}" v="378" dt="2026-04-15T07:08:31.709"/>
    <p1510:client id="{BF0929FD-746B-295E-3F0D-FB271A64822D}" v="279" dt="2026-04-15T07:25:21.751"/>
    <p1510:client id="{C0A3CD46-C215-0C86-4BA6-61454C12C952}" v="38" dt="2026-04-15T07:13:07.359"/>
    <p1510:client id="{C49DB475-57B9-3B34-2873-83DAE3E2FBAF}" v="2" dt="2026-04-14T07:09:51.852"/>
    <p1510:client id="{C910930E-1609-21B4-4384-1825D741F7E3}" v="71" dt="2026-04-15T07:06:40.076"/>
    <p1510:client id="{D0EA8E1E-E2B5-B0B9-C622-BE2F40CEA4B8}" v="3" dt="2026-04-15T06:45:33.513"/>
    <p1510:client id="{D3D0B190-8D2E-12AB-E7CF-6366F171D4BA}" v="4" dt="2026-04-15T06:43:59.653"/>
    <p1510:client id="{E3B3992E-2387-1F99-DE13-D64F2411957D}" v="12" dt="2026-04-15T07:11:27.051"/>
    <p1510:client id="{E883D08A-2450-C9D0-BB51-D9B3088E3524}" v="720" dt="2026-04-15T06:50:16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  <p:guide pos="5556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무영" userId="3cb9bbca-1d25-4332-85bb-ae598138f8a0" providerId="ADAL" clId="{A7DC4914-1CBC-493E-B13A-93DD01EF20A0}"/>
    <pc:docChg chg="modSld">
      <pc:chgData name="정무영" userId="3cb9bbca-1d25-4332-85bb-ae598138f8a0" providerId="ADAL" clId="{A7DC4914-1CBC-493E-B13A-93DD01EF20A0}" dt="2026-04-14T07:08:20.670" v="35" actId="20577"/>
      <pc:docMkLst>
        <pc:docMk/>
      </pc:docMkLst>
      <pc:sldChg chg="modSp mod">
        <pc:chgData name="정무영" userId="3cb9bbca-1d25-4332-85bb-ae598138f8a0" providerId="ADAL" clId="{A7DC4914-1CBC-493E-B13A-93DD01EF20A0}" dt="2026-04-14T07:08:20.670" v="35" actId="20577"/>
        <pc:sldMkLst>
          <pc:docMk/>
          <pc:sldMk cId="3651737433" sldId="511"/>
        </pc:sldMkLst>
        <pc:spChg chg="mod">
          <ac:chgData name="정무영" userId="3cb9bbca-1d25-4332-85bb-ae598138f8a0" providerId="ADAL" clId="{A7DC4914-1CBC-493E-B13A-93DD01EF20A0}" dt="2026-04-14T07:08:20.670" v="35" actId="20577"/>
          <ac:spMkLst>
            <pc:docMk/>
            <pc:sldMk cId="3651737433" sldId="511"/>
            <ac:spMk id="5" creationId="{00000000-0000-0000-0000-000000000000}"/>
          </ac:spMkLst>
        </pc:spChg>
      </pc:sldChg>
    </pc:docChg>
  </pc:docChgLst>
  <pc:docChgLst>
    <pc:chgData name="조현우" userId="S::a091139@aivle.kt.co.kr::b69ae50d-8e56-431d-8358-08e60e3e1bf6" providerId="AD" clId="Web-{4AB9B652-44CB-98D3-A174-331FFFEE611A}"/>
    <pc:docChg chg="modSld">
      <pc:chgData name="조현우" userId="S::a091139@aivle.kt.co.kr::b69ae50d-8e56-431d-8358-08e60e3e1bf6" providerId="AD" clId="Web-{4AB9B652-44CB-98D3-A174-331FFFEE611A}" dt="2026-04-15T06:46:33.329" v="6" actId="14100"/>
      <pc:docMkLst>
        <pc:docMk/>
      </pc:docMkLst>
      <pc:sldChg chg="addSp delSp modSp">
        <pc:chgData name="조현우" userId="S::a091139@aivle.kt.co.kr::b69ae50d-8e56-431d-8358-08e60e3e1bf6" providerId="AD" clId="Web-{4AB9B652-44CB-98D3-A174-331FFFEE611A}" dt="2026-04-15T06:46:33.329" v="6" actId="14100"/>
        <pc:sldMkLst>
          <pc:docMk/>
          <pc:sldMk cId="176259502" sldId="519"/>
        </pc:sldMkLst>
        <pc:graphicFrameChg chg="add mod">
          <ac:chgData name="조현우" userId="S::a091139@aivle.kt.co.kr::b69ae50d-8e56-431d-8358-08e60e3e1bf6" providerId="AD" clId="Web-{4AB9B652-44CB-98D3-A174-331FFFEE611A}" dt="2026-04-15T06:46:33.329" v="6" actId="14100"/>
          <ac:graphicFrameMkLst>
            <pc:docMk/>
            <pc:sldMk cId="176259502" sldId="519"/>
            <ac:graphicFrameMk id="7" creationId="{0F325FCE-86F8-6AEC-E425-C054B745A588}"/>
          </ac:graphicFrameMkLst>
        </pc:graphicFrameChg>
        <pc:graphicFrameChg chg="del">
          <ac:chgData name="조현우" userId="S::a091139@aivle.kt.co.kr::b69ae50d-8e56-431d-8358-08e60e3e1bf6" providerId="AD" clId="Web-{4AB9B652-44CB-98D3-A174-331FFFEE611A}" dt="2026-04-15T06:46:23.344" v="1"/>
          <ac:graphicFrameMkLst>
            <pc:docMk/>
            <pc:sldMk cId="176259502" sldId="519"/>
            <ac:graphicFrameMk id="9" creationId="{02FEAA8D-E7CC-7B16-AC03-C9FE42B4BEBE}"/>
          </ac:graphicFrameMkLst>
        </pc:graphicFrameChg>
      </pc:sldChg>
    </pc:docChg>
  </pc:docChgLst>
  <pc:docChgLst>
    <pc:chgData name="조현우" userId="S::a091139@aivle.kt.co.kr::b69ae50d-8e56-431d-8358-08e60e3e1bf6" providerId="AD" clId="Web-{89C1129F-FBD6-2976-B97A-B3697F1E1F69}"/>
    <pc:docChg chg="modSld">
      <pc:chgData name="조현우" userId="S::a091139@aivle.kt.co.kr::b69ae50d-8e56-431d-8358-08e60e3e1bf6" providerId="AD" clId="Web-{89C1129F-FBD6-2976-B97A-B3697F1E1F69}" dt="2026-04-15T06:40:23.018" v="10"/>
      <pc:docMkLst>
        <pc:docMk/>
      </pc:docMkLst>
      <pc:sldChg chg="addSp delSp modSp">
        <pc:chgData name="조현우" userId="S::a091139@aivle.kt.co.kr::b69ae50d-8e56-431d-8358-08e60e3e1bf6" providerId="AD" clId="Web-{89C1129F-FBD6-2976-B97A-B3697F1E1F69}" dt="2026-04-15T06:40:23.018" v="10"/>
        <pc:sldMkLst>
          <pc:docMk/>
          <pc:sldMk cId="1929451159" sldId="517"/>
        </pc:sldMkLst>
        <pc:graphicFrameChg chg="del">
          <ac:chgData name="조현우" userId="S::a091139@aivle.kt.co.kr::b69ae50d-8e56-431d-8358-08e60e3e1bf6" providerId="AD" clId="Web-{89C1129F-FBD6-2976-B97A-B3697F1E1F69}" dt="2026-04-15T06:36:54.347" v="0"/>
          <ac:graphicFrameMkLst>
            <pc:docMk/>
            <pc:sldMk cId="1929451159" sldId="517"/>
            <ac:graphicFrameMk id="3" creationId="{9E027D3C-5EB8-EA25-1D98-861FC713E47F}"/>
          </ac:graphicFrameMkLst>
        </pc:graphicFrameChg>
        <pc:graphicFrameChg chg="add mod topLvl modGraphic">
          <ac:chgData name="조현우" userId="S::a091139@aivle.kt.co.kr::b69ae50d-8e56-431d-8358-08e60e3e1bf6" providerId="AD" clId="Web-{89C1129F-FBD6-2976-B97A-B3697F1E1F69}" dt="2026-04-15T06:40:23.018" v="10"/>
          <ac:graphicFrameMkLst>
            <pc:docMk/>
            <pc:sldMk cId="1929451159" sldId="517"/>
            <ac:graphicFrameMk id="6" creationId="{53F15598-3C93-D435-7AF6-177AAB7AF951}"/>
          </ac:graphicFrameMkLst>
        </pc:graphicFrameChg>
      </pc:sldChg>
    </pc:docChg>
  </pc:docChgLst>
  <pc:docChgLst>
    <pc:chgData name="강민욱" userId="S::a091194@aivle.kt.co.kr::5cf0631d-e58c-4d88-92f0-7fd4dc34bbce" providerId="AD" clId="Web-{BF0929FD-746B-295E-3F0D-FB271A64822D}"/>
    <pc:docChg chg="addSld modSld sldOrd modSection">
      <pc:chgData name="강민욱" userId="S::a091194@aivle.kt.co.kr::5cf0631d-e58c-4d88-92f0-7fd4dc34bbce" providerId="AD" clId="Web-{BF0929FD-746B-295E-3F0D-FB271A64822D}" dt="2026-04-15T07:25:21.751" v="225" actId="20577"/>
      <pc:docMkLst>
        <pc:docMk/>
      </pc:docMkLst>
      <pc:sldChg chg="modSp">
        <pc:chgData name="강민욱" userId="S::a091194@aivle.kt.co.kr::5cf0631d-e58c-4d88-92f0-7fd4dc34bbce" providerId="AD" clId="Web-{BF0929FD-746B-295E-3F0D-FB271A64822D}" dt="2026-04-15T07:01:31.415" v="154" actId="20577"/>
        <pc:sldMkLst>
          <pc:docMk/>
          <pc:sldMk cId="59696913" sldId="257"/>
        </pc:sldMkLst>
        <pc:spChg chg="mod">
          <ac:chgData name="강민욱" userId="S::a091194@aivle.kt.co.kr::5cf0631d-e58c-4d88-92f0-7fd4dc34bbce" providerId="AD" clId="Web-{BF0929FD-746B-295E-3F0D-FB271A64822D}" dt="2026-04-15T07:01:31.415" v="154" actId="20577"/>
          <ac:spMkLst>
            <pc:docMk/>
            <pc:sldMk cId="59696913" sldId="257"/>
            <ac:spMk id="9" creationId="{00000000-0000-0000-0000-000000000000}"/>
          </ac:spMkLst>
        </pc:spChg>
      </pc:sldChg>
      <pc:sldChg chg="ord">
        <pc:chgData name="강민욱" userId="S::a091194@aivle.kt.co.kr::5cf0631d-e58c-4d88-92f0-7fd4dc34bbce" providerId="AD" clId="Web-{BF0929FD-746B-295E-3F0D-FB271A64822D}" dt="2026-04-15T06:09:58.737" v="5"/>
        <pc:sldMkLst>
          <pc:docMk/>
          <pc:sldMk cId="721798544" sldId="399"/>
        </pc:sldMkLst>
      </pc:sldChg>
      <pc:sldChg chg="addSp delSp modSp">
        <pc:chgData name="강민욱" userId="S::a091194@aivle.kt.co.kr::5cf0631d-e58c-4d88-92f0-7fd4dc34bbce" providerId="AD" clId="Web-{BF0929FD-746B-295E-3F0D-FB271A64822D}" dt="2026-04-15T06:29:45.773" v="119" actId="20577"/>
        <pc:sldMkLst>
          <pc:docMk/>
          <pc:sldMk cId="1929451159" sldId="517"/>
        </pc:sldMkLst>
        <pc:spChg chg="mod">
          <ac:chgData name="강민욱" userId="S::a091194@aivle.kt.co.kr::5cf0631d-e58c-4d88-92f0-7fd4dc34bbce" providerId="AD" clId="Web-{BF0929FD-746B-295E-3F0D-FB271A64822D}" dt="2026-04-15T06:29:44.664" v="117" actId="20577"/>
          <ac:spMkLst>
            <pc:docMk/>
            <pc:sldMk cId="1929451159" sldId="517"/>
            <ac:spMk id="5" creationId="{C381C108-05C7-E7C0-22E5-636E399BA11E}"/>
          </ac:spMkLst>
        </pc:spChg>
        <pc:spChg chg="add del mod">
          <ac:chgData name="강민욱" userId="S::a091194@aivle.kt.co.kr::5cf0631d-e58c-4d88-92f0-7fd4dc34bbce" providerId="AD" clId="Web-{BF0929FD-746B-295E-3F0D-FB271A64822D}" dt="2026-04-15T06:29:45.773" v="119" actId="20577"/>
          <ac:spMkLst>
            <pc:docMk/>
            <pc:sldMk cId="1929451159" sldId="517"/>
            <ac:spMk id="8" creationId="{8E48227B-1155-D417-A33C-060C56ED9029}"/>
          </ac:spMkLst>
        </pc:spChg>
      </pc:sldChg>
      <pc:sldChg chg="ord">
        <pc:chgData name="강민욱" userId="S::a091194@aivle.kt.co.kr::5cf0631d-e58c-4d88-92f0-7fd4dc34bbce" providerId="AD" clId="Web-{BF0929FD-746B-295E-3F0D-FB271A64822D}" dt="2026-04-15T07:00:39.351" v="149"/>
        <pc:sldMkLst>
          <pc:docMk/>
          <pc:sldMk cId="176259502" sldId="519"/>
        </pc:sldMkLst>
      </pc:sldChg>
      <pc:sldChg chg="modSp">
        <pc:chgData name="강민욱" userId="S::a091194@aivle.kt.co.kr::5cf0631d-e58c-4d88-92f0-7fd4dc34bbce" providerId="AD" clId="Web-{BF0929FD-746B-295E-3F0D-FB271A64822D}" dt="2026-04-15T07:11:39.606" v="207" actId="20577"/>
        <pc:sldMkLst>
          <pc:docMk/>
          <pc:sldMk cId="382721037" sldId="521"/>
        </pc:sldMkLst>
        <pc:spChg chg="mod">
          <ac:chgData name="강민욱" userId="S::a091194@aivle.kt.co.kr::5cf0631d-e58c-4d88-92f0-7fd4dc34bbce" providerId="AD" clId="Web-{BF0929FD-746B-295E-3F0D-FB271A64822D}" dt="2026-04-15T07:01:51.823" v="156" actId="20577"/>
          <ac:spMkLst>
            <pc:docMk/>
            <pc:sldMk cId="382721037" sldId="521"/>
            <ac:spMk id="2" creationId="{F3D30F7A-88A3-8F04-391F-362A6029474D}"/>
          </ac:spMkLst>
        </pc:spChg>
        <pc:spChg chg="mod">
          <ac:chgData name="강민욱" userId="S::a091194@aivle.kt.co.kr::5cf0631d-e58c-4d88-92f0-7fd4dc34bbce" providerId="AD" clId="Web-{BF0929FD-746B-295E-3F0D-FB271A64822D}" dt="2026-04-15T07:11:39.606" v="207" actId="20577"/>
          <ac:spMkLst>
            <pc:docMk/>
            <pc:sldMk cId="382721037" sldId="521"/>
            <ac:spMk id="6" creationId="{CBA177C3-6C19-EA36-C9E6-22B9F40B20AB}"/>
          </ac:spMkLst>
        </pc:spChg>
        <pc:spChg chg="mod">
          <ac:chgData name="강민욱" userId="S::a091194@aivle.kt.co.kr::5cf0631d-e58c-4d88-92f0-7fd4dc34bbce" providerId="AD" clId="Web-{BF0929FD-746B-295E-3F0D-FB271A64822D}" dt="2026-04-15T07:04:32.790" v="202" actId="20577"/>
          <ac:spMkLst>
            <pc:docMk/>
            <pc:sldMk cId="382721037" sldId="521"/>
            <ac:spMk id="62" creationId="{9FEA339E-C141-4C01-536D-5CFD12EDCB7F}"/>
          </ac:spMkLst>
        </pc:spChg>
      </pc:sldChg>
      <pc:sldChg chg="addSp delSp modSp new ord">
        <pc:chgData name="강민욱" userId="S::a091194@aivle.kt.co.kr::5cf0631d-e58c-4d88-92f0-7fd4dc34bbce" providerId="AD" clId="Web-{BF0929FD-746B-295E-3F0D-FB271A64822D}" dt="2026-04-15T07:25:21.751" v="225" actId="20577"/>
        <pc:sldMkLst>
          <pc:docMk/>
          <pc:sldMk cId="624696174" sldId="522"/>
        </pc:sldMkLst>
        <pc:spChg chg="mod">
          <ac:chgData name="강민욱" userId="S::a091194@aivle.kt.co.kr::5cf0631d-e58c-4d88-92f0-7fd4dc34bbce" providerId="AD" clId="Web-{BF0929FD-746B-295E-3F0D-FB271A64822D}" dt="2026-04-15T06:12:35.860" v="35" actId="20577"/>
          <ac:spMkLst>
            <pc:docMk/>
            <pc:sldMk cId="624696174" sldId="522"/>
            <ac:spMk id="2" creationId="{6E8863EA-8EC2-8914-3E86-6D200D52E06B}"/>
          </ac:spMkLst>
        </pc:spChg>
        <pc:spChg chg="mod">
          <ac:chgData name="강민욱" userId="S::a091194@aivle.kt.co.kr::5cf0631d-e58c-4d88-92f0-7fd4dc34bbce" providerId="AD" clId="Web-{BF0929FD-746B-295E-3F0D-FB271A64822D}" dt="2026-04-15T06:12:18.858" v="33" actId="20577"/>
          <ac:spMkLst>
            <pc:docMk/>
            <pc:sldMk cId="624696174" sldId="522"/>
            <ac:spMk id="3" creationId="{88113352-8E25-3741-2892-E370B0D616D4}"/>
          </ac:spMkLst>
        </pc:spChg>
        <pc:spChg chg="mod">
          <ac:chgData name="강민욱" userId="S::a091194@aivle.kt.co.kr::5cf0631d-e58c-4d88-92f0-7fd4dc34bbce" providerId="AD" clId="Web-{BF0929FD-746B-295E-3F0D-FB271A64822D}" dt="2026-04-15T07:25:21.751" v="225" actId="20577"/>
          <ac:spMkLst>
            <pc:docMk/>
            <pc:sldMk cId="624696174" sldId="522"/>
            <ac:spMk id="4" creationId="{DAF91E11-FECC-7133-8537-76907778E6A4}"/>
          </ac:spMkLst>
        </pc:spChg>
        <pc:picChg chg="add del mod">
          <ac:chgData name="강민욱" userId="S::a091194@aivle.kt.co.kr::5cf0631d-e58c-4d88-92f0-7fd4dc34bbce" providerId="AD" clId="Web-{BF0929FD-746B-295E-3F0D-FB271A64822D}" dt="2026-04-15T06:18:38.579" v="42"/>
          <ac:picMkLst>
            <pc:docMk/>
            <pc:sldMk cId="624696174" sldId="522"/>
            <ac:picMk id="6" creationId="{9050E52C-C0C8-61F8-3190-6369513E67B4}"/>
          </ac:picMkLst>
        </pc:picChg>
      </pc:sldChg>
    </pc:docChg>
  </pc:docChgLst>
  <pc:docChgLst>
    <pc:chgData name="정무영" userId="S::a091119@aivle.kt.co.kr::3cb9bbca-1d25-4332-85bb-ae598138f8a0" providerId="AD" clId="Web-{63223581-371B-49D7-7897-2A6302FFD179}"/>
    <pc:docChg chg="addSld modSld sldOrd modSection">
      <pc:chgData name="정무영" userId="S::a091119@aivle.kt.co.kr::3cb9bbca-1d25-4332-85bb-ae598138f8a0" providerId="AD" clId="Web-{63223581-371B-49D7-7897-2A6302FFD179}" dt="2026-04-15T05:53:28.996" v="262"/>
      <pc:docMkLst>
        <pc:docMk/>
      </pc:docMkLst>
      <pc:sldChg chg="modSp">
        <pc:chgData name="정무영" userId="S::a091119@aivle.kt.co.kr::3cb9bbca-1d25-4332-85bb-ae598138f8a0" providerId="AD" clId="Web-{63223581-371B-49D7-7897-2A6302FFD179}" dt="2026-04-15T05:22:17.622" v="5" actId="20577"/>
        <pc:sldMkLst>
          <pc:docMk/>
          <pc:sldMk cId="59696913" sldId="257"/>
        </pc:sldMkLst>
        <pc:spChg chg="mod">
          <ac:chgData name="정무영" userId="S::a091119@aivle.kt.co.kr::3cb9bbca-1d25-4332-85bb-ae598138f8a0" providerId="AD" clId="Web-{63223581-371B-49D7-7897-2A6302FFD179}" dt="2026-04-15T05:22:17.622" v="5" actId="20577"/>
          <ac:spMkLst>
            <pc:docMk/>
            <pc:sldMk cId="59696913" sldId="257"/>
            <ac:spMk id="9" creationId="{00000000-0000-0000-0000-000000000000}"/>
          </ac:spMkLst>
        </pc:spChg>
        <pc:spChg chg="mod">
          <ac:chgData name="정무영" userId="S::a091119@aivle.kt.co.kr::3cb9bbca-1d25-4332-85bb-ae598138f8a0" providerId="AD" clId="Web-{63223581-371B-49D7-7897-2A6302FFD179}" dt="2026-04-15T05:17:10.616" v="1" actId="20577"/>
          <ac:spMkLst>
            <pc:docMk/>
            <pc:sldMk cId="59696913" sldId="257"/>
            <ac:spMk id="10" creationId="{00000000-0000-0000-0000-000000000000}"/>
          </ac:spMkLst>
        </pc:spChg>
      </pc:sldChg>
      <pc:sldChg chg="addSp delSp modSp ord">
        <pc:chgData name="정무영" userId="S::a091119@aivle.kt.co.kr::3cb9bbca-1d25-4332-85bb-ae598138f8a0" providerId="AD" clId="Web-{63223581-371B-49D7-7897-2A6302FFD179}" dt="2026-04-15T05:50:48.868" v="253"/>
        <pc:sldMkLst>
          <pc:docMk/>
          <pc:sldMk cId="721798544" sldId="399"/>
        </pc:sldMkLst>
        <pc:spChg chg="add mod">
          <ac:chgData name="정무영" userId="S::a091119@aivle.kt.co.kr::3cb9bbca-1d25-4332-85bb-ae598138f8a0" providerId="AD" clId="Web-{63223581-371B-49D7-7897-2A6302FFD179}" dt="2026-04-15T05:40:35.176" v="183" actId="20577"/>
          <ac:spMkLst>
            <pc:docMk/>
            <pc:sldMk cId="721798544" sldId="399"/>
            <ac:spMk id="5" creationId="{00C9F12D-1BB0-84E9-B3D0-C0FAFA3F99D5}"/>
          </ac:spMkLst>
        </pc:spChg>
        <pc:spChg chg="del mod">
          <ac:chgData name="정무영" userId="S::a091119@aivle.kt.co.kr::3cb9bbca-1d25-4332-85bb-ae598138f8a0" providerId="AD" clId="Web-{63223581-371B-49D7-7897-2A6302FFD179}" dt="2026-04-15T05:40:37.598" v="184"/>
          <ac:spMkLst>
            <pc:docMk/>
            <pc:sldMk cId="721798544" sldId="399"/>
            <ac:spMk id="12" creationId="{F8F7D132-B8E0-66C0-DA34-E28D87BBB589}"/>
          </ac:spMkLst>
        </pc:spChg>
      </pc:sldChg>
      <pc:sldChg chg="addSp delSp modSp">
        <pc:chgData name="정무영" userId="S::a091119@aivle.kt.co.kr::3cb9bbca-1d25-4332-85bb-ae598138f8a0" providerId="AD" clId="Web-{63223581-371B-49D7-7897-2A6302FFD179}" dt="2026-04-15T05:46:37.551" v="229" actId="1076"/>
        <pc:sldMkLst>
          <pc:docMk/>
          <pc:sldMk cId="3651737433" sldId="511"/>
        </pc:sldMkLst>
        <pc:spChg chg="mod">
          <ac:chgData name="정무영" userId="S::a091119@aivle.kt.co.kr::3cb9bbca-1d25-4332-85bb-ae598138f8a0" providerId="AD" clId="Web-{63223581-371B-49D7-7897-2A6302FFD179}" dt="2026-04-15T05:26:08.708" v="40" actId="20577"/>
          <ac:spMkLst>
            <pc:docMk/>
            <pc:sldMk cId="3651737433" sldId="511"/>
            <ac:spMk id="3" creationId="{6DB6BDAB-9283-AD94-0F74-AC1EB1DC5997}"/>
          </ac:spMkLst>
        </pc:spChg>
        <pc:spChg chg="add del">
          <ac:chgData name="정무영" userId="S::a091119@aivle.kt.co.kr::3cb9bbca-1d25-4332-85bb-ae598138f8a0" providerId="AD" clId="Web-{63223581-371B-49D7-7897-2A6302FFD179}" dt="2026-04-15T05:28:24.773" v="44"/>
          <ac:spMkLst>
            <pc:docMk/>
            <pc:sldMk cId="3651737433" sldId="511"/>
            <ac:spMk id="7" creationId="{2E74E610-7CA5-F2AB-21BA-6A1FA49DD1B6}"/>
          </ac:spMkLst>
        </pc:spChg>
        <pc:spChg chg="mod">
          <ac:chgData name="정무영" userId="S::a091119@aivle.kt.co.kr::3cb9bbca-1d25-4332-85bb-ae598138f8a0" providerId="AD" clId="Web-{63223581-371B-49D7-7897-2A6302FFD179}" dt="2026-04-15T05:25:36.470" v="28" actId="20577"/>
          <ac:spMkLst>
            <pc:docMk/>
            <pc:sldMk cId="3651737433" sldId="511"/>
            <ac:spMk id="8" creationId="{00000000-0000-0000-0000-000000000000}"/>
          </ac:spMkLst>
        </pc:spChg>
        <pc:spChg chg="add del mod">
          <ac:chgData name="정무영" userId="S::a091119@aivle.kt.co.kr::3cb9bbca-1d25-4332-85bb-ae598138f8a0" providerId="AD" clId="Web-{63223581-371B-49D7-7897-2A6302FFD179}" dt="2026-04-15T05:40:51.677" v="186"/>
          <ac:spMkLst>
            <pc:docMk/>
            <pc:sldMk cId="3651737433" sldId="511"/>
            <ac:spMk id="9" creationId="{055C48E5-93B3-0B1D-4FE4-F503940F3CC8}"/>
          </ac:spMkLst>
        </pc:spChg>
        <pc:spChg chg="add mod">
          <ac:chgData name="정무영" userId="S::a091119@aivle.kt.co.kr::3cb9bbca-1d25-4332-85bb-ae598138f8a0" providerId="AD" clId="Web-{63223581-371B-49D7-7897-2A6302FFD179}" dt="2026-04-15T05:41:00.881" v="191" actId="1076"/>
          <ac:spMkLst>
            <pc:docMk/>
            <pc:sldMk cId="3651737433" sldId="511"/>
            <ac:spMk id="11" creationId="{B087D7BE-2C4C-E26F-D923-ABDEE6C42E1E}"/>
          </ac:spMkLst>
        </pc:spChg>
        <pc:spChg chg="add mod">
          <ac:chgData name="정무영" userId="S::a091119@aivle.kt.co.kr::3cb9bbca-1d25-4332-85bb-ae598138f8a0" providerId="AD" clId="Web-{63223581-371B-49D7-7897-2A6302FFD179}" dt="2026-04-15T05:41:00.896" v="192" actId="1076"/>
          <ac:spMkLst>
            <pc:docMk/>
            <pc:sldMk cId="3651737433" sldId="511"/>
            <ac:spMk id="12" creationId="{14914C4E-01FC-C395-543E-895B072D798C}"/>
          </ac:spMkLst>
        </pc:spChg>
        <pc:spChg chg="add mod">
          <ac:chgData name="정무영" userId="S::a091119@aivle.kt.co.kr::3cb9bbca-1d25-4332-85bb-ae598138f8a0" providerId="AD" clId="Web-{63223581-371B-49D7-7897-2A6302FFD179}" dt="2026-04-15T05:41:00.959" v="194" actId="1076"/>
          <ac:spMkLst>
            <pc:docMk/>
            <pc:sldMk cId="3651737433" sldId="511"/>
            <ac:spMk id="14" creationId="{F2D4584E-14FE-12FA-D9CC-EBF9D2DEC0B0}"/>
          </ac:spMkLst>
        </pc:spChg>
        <pc:spChg chg="add mod">
          <ac:chgData name="정무영" userId="S::a091119@aivle.kt.co.kr::3cb9bbca-1d25-4332-85bb-ae598138f8a0" providerId="AD" clId="Web-{63223581-371B-49D7-7897-2A6302FFD179}" dt="2026-04-15T05:46:37.551" v="229" actId="1076"/>
          <ac:spMkLst>
            <pc:docMk/>
            <pc:sldMk cId="3651737433" sldId="511"/>
            <ac:spMk id="16" creationId="{D02455AD-08ED-63FF-9B5B-FF774BA11979}"/>
          </ac:spMkLst>
        </pc:spChg>
        <pc:spChg chg="add del">
          <ac:chgData name="정무영" userId="S::a091119@aivle.kt.co.kr::3cb9bbca-1d25-4332-85bb-ae598138f8a0" providerId="AD" clId="Web-{63223581-371B-49D7-7897-2A6302FFD179}" dt="2026-04-15T05:41:11.991" v="198"/>
          <ac:spMkLst>
            <pc:docMk/>
            <pc:sldMk cId="3651737433" sldId="511"/>
            <ac:spMk id="18" creationId="{FABC42AB-DDEB-6F8D-D118-56F30D514108}"/>
          </ac:spMkLst>
        </pc:spChg>
        <pc:spChg chg="add mod">
          <ac:chgData name="정무영" userId="S::a091119@aivle.kt.co.kr::3cb9bbca-1d25-4332-85bb-ae598138f8a0" providerId="AD" clId="Web-{63223581-371B-49D7-7897-2A6302FFD179}" dt="2026-04-15T05:41:24.679" v="201" actId="20577"/>
          <ac:spMkLst>
            <pc:docMk/>
            <pc:sldMk cId="3651737433" sldId="511"/>
            <ac:spMk id="19" creationId="{90BD3B6D-1F91-1BA9-8081-8BC077DB2B4C}"/>
          </ac:spMkLst>
        </pc:spChg>
        <pc:picChg chg="mod">
          <ac:chgData name="정무영" userId="S::a091119@aivle.kt.co.kr::3cb9bbca-1d25-4332-85bb-ae598138f8a0" providerId="AD" clId="Web-{63223581-371B-49D7-7897-2A6302FFD179}" dt="2026-04-15T05:41:00.787" v="188" actId="1076"/>
          <ac:picMkLst>
            <pc:docMk/>
            <pc:sldMk cId="3651737433" sldId="511"/>
            <ac:picMk id="5" creationId="{A0C935BA-E7A9-1DC7-DE19-DE2BC598D24B}"/>
          </ac:picMkLst>
        </pc:picChg>
        <pc:picChg chg="mod">
          <ac:chgData name="정무영" userId="S::a091119@aivle.kt.co.kr::3cb9bbca-1d25-4332-85bb-ae598138f8a0" providerId="AD" clId="Web-{63223581-371B-49D7-7897-2A6302FFD179}" dt="2026-04-15T05:41:00.818" v="189" actId="1076"/>
          <ac:picMkLst>
            <pc:docMk/>
            <pc:sldMk cId="3651737433" sldId="511"/>
            <ac:picMk id="6" creationId="{F181CCCC-92D2-A2C1-99F0-A19CB27B5F13}"/>
          </ac:picMkLst>
        </pc:picChg>
        <pc:picChg chg="mod">
          <ac:chgData name="정무영" userId="S::a091119@aivle.kt.co.kr::3cb9bbca-1d25-4332-85bb-ae598138f8a0" providerId="AD" clId="Web-{63223581-371B-49D7-7897-2A6302FFD179}" dt="2026-04-15T05:41:00.865" v="190" actId="1076"/>
          <ac:picMkLst>
            <pc:docMk/>
            <pc:sldMk cId="3651737433" sldId="511"/>
            <ac:picMk id="10" creationId="{51C5D69A-7A69-3CD1-3FF5-782763393720}"/>
          </ac:picMkLst>
        </pc:picChg>
        <pc:picChg chg="mod">
          <ac:chgData name="정무영" userId="S::a091119@aivle.kt.co.kr::3cb9bbca-1d25-4332-85bb-ae598138f8a0" providerId="AD" clId="Web-{63223581-371B-49D7-7897-2A6302FFD179}" dt="2026-04-15T05:46:32.410" v="228" actId="1076"/>
          <ac:picMkLst>
            <pc:docMk/>
            <pc:sldMk cId="3651737433" sldId="511"/>
            <ac:picMk id="13" creationId="{01C5F202-1C7E-0576-3AA1-691A3E5E7B20}"/>
          </ac:picMkLst>
        </pc:picChg>
        <pc:picChg chg="add del">
          <ac:chgData name="정무영" userId="S::a091119@aivle.kt.co.kr::3cb9bbca-1d25-4332-85bb-ae598138f8a0" providerId="AD" clId="Web-{63223581-371B-49D7-7897-2A6302FFD179}" dt="2026-04-15T05:36:55.877" v="162"/>
          <ac:picMkLst>
            <pc:docMk/>
            <pc:sldMk cId="3651737433" sldId="511"/>
            <ac:picMk id="15" creationId="{2E10B08D-35A1-505F-A20B-2B1DEE8DCDD2}"/>
          </ac:picMkLst>
        </pc:picChg>
        <pc:picChg chg="mod">
          <ac:chgData name="정무영" userId="S::a091119@aivle.kt.co.kr::3cb9bbca-1d25-4332-85bb-ae598138f8a0" providerId="AD" clId="Web-{63223581-371B-49D7-7897-2A6302FFD179}" dt="2026-04-15T05:42:16.541" v="202"/>
          <ac:picMkLst>
            <pc:docMk/>
            <pc:sldMk cId="3651737433" sldId="511"/>
            <ac:picMk id="17" creationId="{D1065E65-7071-C0D3-83B5-84F0766A7257}"/>
          </ac:picMkLst>
        </pc:picChg>
      </pc:sldChg>
      <pc:sldChg chg="addSp modSp">
        <pc:chgData name="정무영" userId="S::a091119@aivle.kt.co.kr::3cb9bbca-1d25-4332-85bb-ae598138f8a0" providerId="AD" clId="Web-{63223581-371B-49D7-7897-2A6302FFD179}" dt="2026-04-15T05:49:21.788" v="252" actId="20577"/>
        <pc:sldMkLst>
          <pc:docMk/>
          <pc:sldMk cId="176259502" sldId="519"/>
        </pc:sldMkLst>
        <pc:spChg chg="mod">
          <ac:chgData name="정무영" userId="S::a091119@aivle.kt.co.kr::3cb9bbca-1d25-4332-85bb-ae598138f8a0" providerId="AD" clId="Web-{63223581-371B-49D7-7897-2A6302FFD179}" dt="2026-04-15T05:48:49.053" v="232" actId="20577"/>
          <ac:spMkLst>
            <pc:docMk/>
            <pc:sldMk cId="176259502" sldId="519"/>
            <ac:spMk id="5" creationId="{0D299F61-7FA3-BF83-85FE-E417A25020B0}"/>
          </ac:spMkLst>
        </pc:spChg>
        <pc:spChg chg="add mod">
          <ac:chgData name="정무영" userId="S::a091119@aivle.kt.co.kr::3cb9bbca-1d25-4332-85bb-ae598138f8a0" providerId="AD" clId="Web-{63223581-371B-49D7-7897-2A6302FFD179}" dt="2026-04-15T05:49:21.788" v="252" actId="20577"/>
          <ac:spMkLst>
            <pc:docMk/>
            <pc:sldMk cId="176259502" sldId="519"/>
            <ac:spMk id="7" creationId="{D995C291-53B2-3B3D-14A5-5AE7C5166016}"/>
          </ac:spMkLst>
        </pc:spChg>
      </pc:sldChg>
      <pc:sldChg chg="modSp">
        <pc:chgData name="정무영" userId="S::a091119@aivle.kt.co.kr::3cb9bbca-1d25-4332-85bb-ae598138f8a0" providerId="AD" clId="Web-{63223581-371B-49D7-7897-2A6302FFD179}" dt="2026-04-15T05:23:47.124" v="8" actId="20577"/>
        <pc:sldMkLst>
          <pc:docMk/>
          <pc:sldMk cId="3781130378" sldId="520"/>
        </pc:sldMkLst>
        <pc:spChg chg="mod">
          <ac:chgData name="정무영" userId="S::a091119@aivle.kt.co.kr::3cb9bbca-1d25-4332-85bb-ae598138f8a0" providerId="AD" clId="Web-{63223581-371B-49D7-7897-2A6302FFD179}" dt="2026-04-15T05:23:44.764" v="7" actId="20577"/>
          <ac:spMkLst>
            <pc:docMk/>
            <pc:sldMk cId="3781130378" sldId="520"/>
            <ac:spMk id="6" creationId="{404621DA-A66E-9ADC-9B31-C64A306B7E29}"/>
          </ac:spMkLst>
        </pc:spChg>
        <pc:spChg chg="mod">
          <ac:chgData name="정무영" userId="S::a091119@aivle.kt.co.kr::3cb9bbca-1d25-4332-85bb-ae598138f8a0" providerId="AD" clId="Web-{63223581-371B-49D7-7897-2A6302FFD179}" dt="2026-04-15T05:23:47.124" v="8" actId="20577"/>
          <ac:spMkLst>
            <pc:docMk/>
            <pc:sldMk cId="3781130378" sldId="520"/>
            <ac:spMk id="8" creationId="{B7CEB128-420A-3A19-4253-721BC8A771E2}"/>
          </ac:spMkLst>
        </pc:spChg>
      </pc:sldChg>
      <pc:sldChg chg="addSp delSp modSp new">
        <pc:chgData name="정무영" userId="S::a091119@aivle.kt.co.kr::3cb9bbca-1d25-4332-85bb-ae598138f8a0" providerId="AD" clId="Web-{63223581-371B-49D7-7897-2A6302FFD179}" dt="2026-04-15T05:53:28.996" v="262"/>
        <pc:sldMkLst>
          <pc:docMk/>
          <pc:sldMk cId="382721037" sldId="521"/>
        </pc:sldMkLst>
        <pc:picChg chg="add del mod">
          <ac:chgData name="정무영" userId="S::a091119@aivle.kt.co.kr::3cb9bbca-1d25-4332-85bb-ae598138f8a0" providerId="AD" clId="Web-{63223581-371B-49D7-7897-2A6302FFD179}" dt="2026-04-15T05:53:28.996" v="262"/>
          <ac:picMkLst>
            <pc:docMk/>
            <pc:sldMk cId="382721037" sldId="521"/>
            <ac:picMk id="6" creationId="{43B0DEFA-9C2B-2296-C825-41E72800FE03}"/>
          </ac:picMkLst>
        </pc:picChg>
      </pc:sldChg>
    </pc:docChg>
  </pc:docChgLst>
  <pc:docChgLst>
    <pc:chgData name="김다진" userId="S::a091067@aivle.kt.co.kr::5261023b-1d14-4f80-866e-f0acbe1c6d34" providerId="AD" clId="Web-{5AD20756-8F7F-D070-9979-E7CFEC05CE7C}"/>
    <pc:docChg chg="modSld sldOrd">
      <pc:chgData name="김다진" userId="S::a091067@aivle.kt.co.kr::5261023b-1d14-4f80-866e-f0acbe1c6d34" providerId="AD" clId="Web-{5AD20756-8F7F-D070-9979-E7CFEC05CE7C}" dt="2026-04-15T06:57:37.977" v="7" actId="20577"/>
      <pc:docMkLst>
        <pc:docMk/>
      </pc:docMkLst>
      <pc:sldChg chg="ord">
        <pc:chgData name="김다진" userId="S::a091067@aivle.kt.co.kr::5261023b-1d14-4f80-866e-f0acbe1c6d34" providerId="AD" clId="Web-{5AD20756-8F7F-D070-9979-E7CFEC05CE7C}" dt="2026-04-15T06:56:42.802" v="0"/>
        <pc:sldMkLst>
          <pc:docMk/>
          <pc:sldMk cId="176259502" sldId="519"/>
        </pc:sldMkLst>
      </pc:sldChg>
      <pc:sldChg chg="modSp">
        <pc:chgData name="김다진" userId="S::a091067@aivle.kt.co.kr::5261023b-1d14-4f80-866e-f0acbe1c6d34" providerId="AD" clId="Web-{5AD20756-8F7F-D070-9979-E7CFEC05CE7C}" dt="2026-04-15T06:57:37.977" v="7" actId="20577"/>
        <pc:sldMkLst>
          <pc:docMk/>
          <pc:sldMk cId="382721037" sldId="521"/>
        </pc:sldMkLst>
        <pc:spChg chg="mod">
          <ac:chgData name="김다진" userId="S::a091067@aivle.kt.co.kr::5261023b-1d14-4f80-866e-f0acbe1c6d34" providerId="AD" clId="Web-{5AD20756-8F7F-D070-9979-E7CFEC05CE7C}" dt="2026-04-15T06:57:37.977" v="7" actId="20577"/>
          <ac:spMkLst>
            <pc:docMk/>
            <pc:sldMk cId="382721037" sldId="521"/>
            <ac:spMk id="63" creationId="{A1113F68-AE3F-16C3-6F2D-A9D5E32BD256}"/>
          </ac:spMkLst>
        </pc:spChg>
      </pc:sldChg>
    </pc:docChg>
  </pc:docChgLst>
  <pc:docChgLst>
    <pc:chgData name="정무영" userId="S::a091119@aivle.kt.co.kr::3cb9bbca-1d25-4332-85bb-ae598138f8a0" providerId="AD" clId="Web-{89EE288C-6D06-EDDE-B4A7-978FD6B13795}"/>
    <pc:docChg chg="modSld sldOrd">
      <pc:chgData name="정무영" userId="S::a091119@aivle.kt.co.kr::3cb9bbca-1d25-4332-85bb-ae598138f8a0" providerId="AD" clId="Web-{89EE288C-6D06-EDDE-B4A7-978FD6B13795}" dt="2026-04-15T07:10:13.118" v="314"/>
      <pc:docMkLst>
        <pc:docMk/>
      </pc:docMkLst>
      <pc:sldChg chg="addSp delSp modSp">
        <pc:chgData name="정무영" userId="S::a091119@aivle.kt.co.kr::3cb9bbca-1d25-4332-85bb-ae598138f8a0" providerId="AD" clId="Web-{89EE288C-6D06-EDDE-B4A7-978FD6B13795}" dt="2026-04-15T07:07:29.498" v="243" actId="20577"/>
        <pc:sldMkLst>
          <pc:docMk/>
          <pc:sldMk cId="3891943218" sldId="352"/>
        </pc:sldMkLst>
        <pc:spChg chg="add mod">
          <ac:chgData name="정무영" userId="S::a091119@aivle.kt.co.kr::3cb9bbca-1d25-4332-85bb-ae598138f8a0" providerId="AD" clId="Web-{89EE288C-6D06-EDDE-B4A7-978FD6B13795}" dt="2026-04-15T07:07:29.498" v="243" actId="20577"/>
          <ac:spMkLst>
            <pc:docMk/>
            <pc:sldMk cId="3891943218" sldId="352"/>
            <ac:spMk id="3" creationId="{432F5814-7744-577D-B06A-49AD7B46DEC4}"/>
          </ac:spMkLst>
        </pc:spChg>
        <pc:spChg chg="del mod">
          <ac:chgData name="정무영" userId="S::a091119@aivle.kt.co.kr::3cb9bbca-1d25-4332-85bb-ae598138f8a0" providerId="AD" clId="Web-{89EE288C-6D06-EDDE-B4A7-978FD6B13795}" dt="2026-04-15T07:07:18.825" v="240"/>
          <ac:spMkLst>
            <pc:docMk/>
            <pc:sldMk cId="3891943218" sldId="352"/>
            <ac:spMk id="4" creationId="{00000000-0000-0000-0000-000000000000}"/>
          </ac:spMkLst>
        </pc:spChg>
      </pc:sldChg>
      <pc:sldChg chg="delSp">
        <pc:chgData name="정무영" userId="S::a091119@aivle.kt.co.kr::3cb9bbca-1d25-4332-85bb-ae598138f8a0" providerId="AD" clId="Web-{89EE288C-6D06-EDDE-B4A7-978FD6B13795}" dt="2026-04-15T07:06:26.524" v="231"/>
        <pc:sldMkLst>
          <pc:docMk/>
          <pc:sldMk cId="721798544" sldId="399"/>
        </pc:sldMkLst>
        <pc:cxnChg chg="del">
          <ac:chgData name="정무영" userId="S::a091119@aivle.kt.co.kr::3cb9bbca-1d25-4332-85bb-ae598138f8a0" providerId="AD" clId="Web-{89EE288C-6D06-EDDE-B4A7-978FD6B13795}" dt="2026-04-15T07:06:26.524" v="231"/>
          <ac:cxnSpMkLst>
            <pc:docMk/>
            <pc:sldMk cId="721798544" sldId="399"/>
            <ac:cxnSpMk id="67" creationId="{E0D8CD0A-6E0D-4A6A-B2F0-CF020BFF65C0}"/>
          </ac:cxnSpMkLst>
        </pc:cxnChg>
      </pc:sldChg>
      <pc:sldChg chg="modSp">
        <pc:chgData name="정무영" userId="S::a091119@aivle.kt.co.kr::3cb9bbca-1d25-4332-85bb-ae598138f8a0" providerId="AD" clId="Web-{89EE288C-6D06-EDDE-B4A7-978FD6B13795}" dt="2026-04-15T07:06:21.382" v="230" actId="20577"/>
        <pc:sldMkLst>
          <pc:docMk/>
          <pc:sldMk cId="1929451159" sldId="517"/>
        </pc:sldMkLst>
        <pc:spChg chg="mod">
          <ac:chgData name="정무영" userId="S::a091119@aivle.kt.co.kr::3cb9bbca-1d25-4332-85bb-ae598138f8a0" providerId="AD" clId="Web-{89EE288C-6D06-EDDE-B4A7-978FD6B13795}" dt="2026-04-15T07:06:21.382" v="230" actId="20577"/>
          <ac:spMkLst>
            <pc:docMk/>
            <pc:sldMk cId="1929451159" sldId="517"/>
            <ac:spMk id="5" creationId="{C381C108-05C7-E7C0-22E5-636E399BA11E}"/>
          </ac:spMkLst>
        </pc:spChg>
        <pc:spChg chg="mod">
          <ac:chgData name="정무영" userId="S::a091119@aivle.kt.co.kr::3cb9bbca-1d25-4332-85bb-ae598138f8a0" providerId="AD" clId="Web-{89EE288C-6D06-EDDE-B4A7-978FD6B13795}" dt="2026-04-15T06:51:44.664" v="6" actId="20577"/>
          <ac:spMkLst>
            <pc:docMk/>
            <pc:sldMk cId="1929451159" sldId="517"/>
            <ac:spMk id="8" creationId="{8E48227B-1155-D417-A33C-060C56ED9029}"/>
          </ac:spMkLst>
        </pc:spChg>
      </pc:sldChg>
      <pc:sldChg chg="addSp modSp ord">
        <pc:chgData name="정무영" userId="S::a091119@aivle.kt.co.kr::3cb9bbca-1d25-4332-85bb-ae598138f8a0" providerId="AD" clId="Web-{89EE288C-6D06-EDDE-B4A7-978FD6B13795}" dt="2026-04-15T07:10:13.118" v="314"/>
        <pc:sldMkLst>
          <pc:docMk/>
          <pc:sldMk cId="176259502" sldId="519"/>
        </pc:sldMkLst>
        <pc:spChg chg="mod">
          <ac:chgData name="정무영" userId="S::a091119@aivle.kt.co.kr::3cb9bbca-1d25-4332-85bb-ae598138f8a0" providerId="AD" clId="Web-{89EE288C-6D06-EDDE-B4A7-978FD6B13795}" dt="2026-04-15T07:04:09.280" v="201" actId="20577"/>
          <ac:spMkLst>
            <pc:docMk/>
            <pc:sldMk cId="176259502" sldId="519"/>
            <ac:spMk id="5" creationId="{0D299F61-7FA3-BF83-85FE-E417A25020B0}"/>
          </ac:spMkLst>
        </pc:spChg>
        <pc:spChg chg="mod">
          <ac:chgData name="정무영" userId="S::a091119@aivle.kt.co.kr::3cb9bbca-1d25-4332-85bb-ae598138f8a0" providerId="AD" clId="Web-{89EE288C-6D06-EDDE-B4A7-978FD6B13795}" dt="2026-04-15T06:52:15.791" v="10" actId="20577"/>
          <ac:spMkLst>
            <pc:docMk/>
            <pc:sldMk cId="176259502" sldId="519"/>
            <ac:spMk id="8" creationId="{19188729-7E9F-86D4-0871-227BBFC1686D}"/>
          </ac:spMkLst>
        </pc:spChg>
        <pc:spChg chg="mod">
          <ac:chgData name="정무영" userId="S::a091119@aivle.kt.co.kr::3cb9bbca-1d25-4332-85bb-ae598138f8a0" providerId="AD" clId="Web-{89EE288C-6D06-EDDE-B4A7-978FD6B13795}" dt="2026-04-15T06:53:13.544" v="24" actId="20577"/>
          <ac:spMkLst>
            <pc:docMk/>
            <pc:sldMk cId="176259502" sldId="519"/>
            <ac:spMk id="13" creationId="{4B04A866-7E01-98C1-B315-6B547B523E03}"/>
          </ac:spMkLst>
        </pc:spChg>
        <pc:graphicFrameChg chg="mod topLvl modGraphic">
          <ac:chgData name="정무영" userId="S::a091119@aivle.kt.co.kr::3cb9bbca-1d25-4332-85bb-ae598138f8a0" providerId="AD" clId="Web-{89EE288C-6D06-EDDE-B4A7-978FD6B13795}" dt="2026-04-15T06:53:46.202" v="31"/>
          <ac:graphicFrameMkLst>
            <pc:docMk/>
            <pc:sldMk cId="176259502" sldId="519"/>
            <ac:graphicFrameMk id="7" creationId="{0F325FCE-86F8-6AEC-E425-C054B745A588}"/>
          </ac:graphicFrameMkLst>
        </pc:graphicFrameChg>
      </pc:sldChg>
      <pc:sldChg chg="addSp delSp modSp">
        <pc:chgData name="정무영" userId="S::a091119@aivle.kt.co.kr::3cb9bbca-1d25-4332-85bb-ae598138f8a0" providerId="AD" clId="Web-{89EE288C-6D06-EDDE-B4A7-978FD6B13795}" dt="2026-04-15T07:10:07.836" v="313" actId="20577"/>
        <pc:sldMkLst>
          <pc:docMk/>
          <pc:sldMk cId="382721037" sldId="521"/>
        </pc:sldMkLst>
        <pc:spChg chg="del">
          <ac:chgData name="정무영" userId="S::a091119@aivle.kt.co.kr::3cb9bbca-1d25-4332-85bb-ae598138f8a0" providerId="AD" clId="Web-{89EE288C-6D06-EDDE-B4A7-978FD6B13795}" dt="2026-04-15T07:07:02.339" v="232"/>
          <ac:spMkLst>
            <pc:docMk/>
            <pc:sldMk cId="382721037" sldId="521"/>
            <ac:spMk id="5" creationId="{0DF2E103-9F69-64CC-7E61-9EF592DE0882}"/>
          </ac:spMkLst>
        </pc:spChg>
        <pc:spChg chg="mod">
          <ac:chgData name="정무영" userId="S::a091119@aivle.kt.co.kr::3cb9bbca-1d25-4332-85bb-ae598138f8a0" providerId="AD" clId="Web-{89EE288C-6D06-EDDE-B4A7-978FD6B13795}" dt="2026-04-15T07:10:07.836" v="313" actId="20577"/>
          <ac:spMkLst>
            <pc:docMk/>
            <pc:sldMk cId="382721037" sldId="521"/>
            <ac:spMk id="6" creationId="{CBA177C3-6C19-EA36-C9E6-22B9F40B20AB}"/>
          </ac:spMkLst>
        </pc:spChg>
        <pc:spChg chg="add mod">
          <ac:chgData name="정무영" userId="S::a091119@aivle.kt.co.kr::3cb9bbca-1d25-4332-85bb-ae598138f8a0" providerId="AD" clId="Web-{89EE288C-6D06-EDDE-B4A7-978FD6B13795}" dt="2026-04-15T07:07:13.372" v="238" actId="20577"/>
          <ac:spMkLst>
            <pc:docMk/>
            <pc:sldMk cId="382721037" sldId="521"/>
            <ac:spMk id="8" creationId="{D8FC5258-3F2C-BB5B-EDF5-D9FED9056309}"/>
          </ac:spMkLst>
        </pc:spChg>
        <pc:spChg chg="mod">
          <ac:chgData name="정무영" userId="S::a091119@aivle.kt.co.kr::3cb9bbca-1d25-4332-85bb-ae598138f8a0" providerId="AD" clId="Web-{89EE288C-6D06-EDDE-B4A7-978FD6B13795}" dt="2026-04-15T07:08:46.675" v="274" actId="20577"/>
          <ac:spMkLst>
            <pc:docMk/>
            <pc:sldMk cId="382721037" sldId="521"/>
            <ac:spMk id="62" creationId="{9FEA339E-C141-4C01-536D-5CFD12EDCB7F}"/>
          </ac:spMkLst>
        </pc:spChg>
      </pc:sldChg>
    </pc:docChg>
  </pc:docChgLst>
  <pc:docChgLst>
    <pc:chgData name="홍수현" userId="S::a091267@aivle.kt.co.kr::355e1340-98b3-4d15-9622-38c4c2f5b0e4" providerId="AD" clId="Web-{056BBB47-5E44-0534-E99F-ED43628341D5}"/>
    <pc:docChg chg="sldOrd">
      <pc:chgData name="홍수현" userId="S::a091267@aivle.kt.co.kr::355e1340-98b3-4d15-9622-38c4c2f5b0e4" providerId="AD" clId="Web-{056BBB47-5E44-0534-E99F-ED43628341D5}" dt="2026-04-14T07:09:06.333" v="0"/>
      <pc:docMkLst>
        <pc:docMk/>
      </pc:docMkLst>
      <pc:sldChg chg="ord">
        <pc:chgData name="홍수현" userId="S::a091267@aivle.kt.co.kr::355e1340-98b3-4d15-9622-38c4c2f5b0e4" providerId="AD" clId="Web-{056BBB47-5E44-0534-E99F-ED43628341D5}" dt="2026-04-14T07:09:06.333" v="0"/>
        <pc:sldMkLst>
          <pc:docMk/>
          <pc:sldMk cId="59696913" sldId="257"/>
        </pc:sldMkLst>
      </pc:sldChg>
    </pc:docChg>
  </pc:docChgLst>
  <pc:docChgLst>
    <pc:chgData name="홍수현" userId="S::a091267@aivle.kt.co.kr::355e1340-98b3-4d15-9622-38c4c2f5b0e4" providerId="AD" clId="Web-{73ECE143-459F-3D05-433A-BDC3AB74A0EC}"/>
    <pc:docChg chg="modSld">
      <pc:chgData name="홍수현" userId="S::a091267@aivle.kt.co.kr::355e1340-98b3-4d15-9622-38c4c2f5b0e4" providerId="AD" clId="Web-{73ECE143-459F-3D05-433A-BDC3AB74A0EC}" dt="2026-04-14T07:56:25.122" v="14"/>
      <pc:docMkLst>
        <pc:docMk/>
      </pc:docMkLst>
      <pc:sldChg chg="addSp delSp modSp">
        <pc:chgData name="홍수현" userId="S::a091267@aivle.kt.co.kr::355e1340-98b3-4d15-9622-38c4c2f5b0e4" providerId="AD" clId="Web-{73ECE143-459F-3D05-433A-BDC3AB74A0EC}" dt="2026-04-14T07:56:25.122" v="14"/>
        <pc:sldMkLst>
          <pc:docMk/>
          <pc:sldMk cId="361016816" sldId="514"/>
        </pc:sldMkLst>
        <pc:spChg chg="add del mod">
          <ac:chgData name="홍수현" userId="S::a091267@aivle.kt.co.kr::355e1340-98b3-4d15-9622-38c4c2f5b0e4" providerId="AD" clId="Web-{73ECE143-459F-3D05-433A-BDC3AB74A0EC}" dt="2026-04-14T07:50:54.982" v="2"/>
          <ac:spMkLst>
            <pc:docMk/>
            <pc:sldMk cId="361016816" sldId="514"/>
            <ac:spMk id="4" creationId="{5EE7AC22-D0AA-D1AD-BDA4-BCDA307E5887}"/>
          </ac:spMkLst>
        </pc:spChg>
        <pc:spChg chg="add del">
          <ac:chgData name="홍수현" userId="S::a091267@aivle.kt.co.kr::355e1340-98b3-4d15-9622-38c4c2f5b0e4" providerId="AD" clId="Web-{73ECE143-459F-3D05-433A-BDC3AB74A0EC}" dt="2026-04-14T07:51:51.111" v="4"/>
          <ac:spMkLst>
            <pc:docMk/>
            <pc:sldMk cId="361016816" sldId="514"/>
            <ac:spMk id="5" creationId="{FEC87AB7-4CFB-69F9-300F-C7C2F3AC8852}"/>
          </ac:spMkLst>
        </pc:spChg>
        <pc:spChg chg="add del mod">
          <ac:chgData name="홍수현" userId="S::a091267@aivle.kt.co.kr::355e1340-98b3-4d15-9622-38c4c2f5b0e4" providerId="AD" clId="Web-{73ECE143-459F-3D05-433A-BDC3AB74A0EC}" dt="2026-04-14T07:56:25.122" v="14"/>
          <ac:spMkLst>
            <pc:docMk/>
            <pc:sldMk cId="361016816" sldId="514"/>
            <ac:spMk id="6" creationId="{5E3EEDDB-3556-3B9F-CC37-4149CC229BCF}"/>
          </ac:spMkLst>
        </pc:spChg>
      </pc:sldChg>
    </pc:docChg>
  </pc:docChgLst>
  <pc:docChgLst>
    <pc:chgData name="오희주" userId="S::a091143@aivle.kt.co.kr::cbd687c7-b00c-4ce8-a82e-1c3b8f2de021" providerId="AD" clId="Web-{5BF9FAFE-2EA1-8B48-AA41-D8346DECCA92}"/>
    <pc:docChg chg="modSld">
      <pc:chgData name="오희주" userId="S::a091143@aivle.kt.co.kr::cbd687c7-b00c-4ce8-a82e-1c3b8f2de021" providerId="AD" clId="Web-{5BF9FAFE-2EA1-8B48-AA41-D8346DECCA92}" dt="2026-04-15T00:23:58.065" v="1" actId="20577"/>
      <pc:docMkLst>
        <pc:docMk/>
      </pc:docMkLst>
      <pc:sldChg chg="modSp">
        <pc:chgData name="오희주" userId="S::a091143@aivle.kt.co.kr::cbd687c7-b00c-4ce8-a82e-1c3b8f2de021" providerId="AD" clId="Web-{5BF9FAFE-2EA1-8B48-AA41-D8346DECCA92}" dt="2026-04-15T00:23:58.065" v="1" actId="20577"/>
        <pc:sldMkLst>
          <pc:docMk/>
          <pc:sldMk cId="59696913" sldId="257"/>
        </pc:sldMkLst>
        <pc:spChg chg="mod">
          <ac:chgData name="오희주" userId="S::a091143@aivle.kt.co.kr::cbd687c7-b00c-4ce8-a82e-1c3b8f2de021" providerId="AD" clId="Web-{5BF9FAFE-2EA1-8B48-AA41-D8346DECCA92}" dt="2026-04-15T00:23:58.065" v="1" actId="20577"/>
          <ac:spMkLst>
            <pc:docMk/>
            <pc:sldMk cId="59696913" sldId="257"/>
            <ac:spMk id="10" creationId="{00000000-0000-0000-0000-000000000000}"/>
          </ac:spMkLst>
        </pc:spChg>
      </pc:sldChg>
    </pc:docChg>
  </pc:docChgLst>
  <pc:docChgLst>
    <pc:chgData name="오희주" userId="cbd687c7-b00c-4ce8-a82e-1c3b8f2de021" providerId="ADAL" clId="{09A1FB9F-4B01-456D-857D-EA183961EABF}"/>
    <pc:docChg chg="modSld">
      <pc:chgData name="오희주" userId="cbd687c7-b00c-4ce8-a82e-1c3b8f2de021" providerId="ADAL" clId="{09A1FB9F-4B01-456D-857D-EA183961EABF}" dt="2026-04-14T07:10:21.922" v="24" actId="20577"/>
      <pc:docMkLst>
        <pc:docMk/>
      </pc:docMkLst>
      <pc:sldChg chg="modSp mod">
        <pc:chgData name="오희주" userId="cbd687c7-b00c-4ce8-a82e-1c3b8f2de021" providerId="ADAL" clId="{09A1FB9F-4B01-456D-857D-EA183961EABF}" dt="2026-04-14T07:10:21.922" v="24" actId="20577"/>
        <pc:sldMkLst>
          <pc:docMk/>
          <pc:sldMk cId="59696913" sldId="257"/>
        </pc:sldMkLst>
        <pc:spChg chg="mod">
          <ac:chgData name="오희주" userId="cbd687c7-b00c-4ce8-a82e-1c3b8f2de021" providerId="ADAL" clId="{09A1FB9F-4B01-456D-857D-EA183961EABF}" dt="2026-04-14T07:10:21.922" v="24" actId="20577"/>
          <ac:spMkLst>
            <pc:docMk/>
            <pc:sldMk cId="59696913" sldId="257"/>
            <ac:spMk id="10" creationId="{00000000-0000-0000-0000-000000000000}"/>
          </ac:spMkLst>
        </pc:spChg>
      </pc:sldChg>
    </pc:docChg>
  </pc:docChgLst>
  <pc:docChgLst>
    <pc:chgData name="조현우" userId="S::a091139@aivle.kt.co.kr::b69ae50d-8e56-431d-8358-08e60e3e1bf6" providerId="AD" clId="Web-{31B67067-FB3E-0251-E0EB-E77C8BE518CE}"/>
    <pc:docChg chg="modSld sldOrd">
      <pc:chgData name="조현우" userId="S::a091139@aivle.kt.co.kr::b69ae50d-8e56-431d-8358-08e60e3e1bf6" providerId="AD" clId="Web-{31B67067-FB3E-0251-E0EB-E77C8BE518CE}" dt="2026-04-14T07:26:03.686" v="41"/>
      <pc:docMkLst>
        <pc:docMk/>
      </pc:docMkLst>
      <pc:sldChg chg="addSp delSp modSp">
        <pc:chgData name="조현우" userId="S::a091139@aivle.kt.co.kr::b69ae50d-8e56-431d-8358-08e60e3e1bf6" providerId="AD" clId="Web-{31B67067-FB3E-0251-E0EB-E77C8BE518CE}" dt="2026-04-14T07:26:03.686" v="41"/>
        <pc:sldMkLst>
          <pc:docMk/>
          <pc:sldMk cId="1543165868" sldId="256"/>
        </pc:sldMkLst>
        <pc:spChg chg="add del mod">
          <ac:chgData name="조현우" userId="S::a091139@aivle.kt.co.kr::b69ae50d-8e56-431d-8358-08e60e3e1bf6" providerId="AD" clId="Web-{31B67067-FB3E-0251-E0EB-E77C8BE518CE}" dt="2026-04-14T07:26:03.686" v="41"/>
          <ac:spMkLst>
            <pc:docMk/>
            <pc:sldMk cId="1543165868" sldId="256"/>
            <ac:spMk id="2" creationId="{ADAB525A-9D5B-7774-FD3B-6E86D7CC8EA8}"/>
          </ac:spMkLst>
        </pc:spChg>
        <pc:spChg chg="add del mod">
          <ac:chgData name="조현우" userId="S::a091139@aivle.kt.co.kr::b69ae50d-8e56-431d-8358-08e60e3e1bf6" providerId="AD" clId="Web-{31B67067-FB3E-0251-E0EB-E77C8BE518CE}" dt="2026-04-14T07:26:03.686" v="41"/>
          <ac:spMkLst>
            <pc:docMk/>
            <pc:sldMk cId="1543165868" sldId="256"/>
            <ac:spMk id="5" creationId="{E2243D5C-B293-1C06-28A7-0AD1B21F739D}"/>
          </ac:spMkLst>
        </pc:spChg>
      </pc:sldChg>
      <pc:sldChg chg="ord">
        <pc:chgData name="조현우" userId="S::a091139@aivle.kt.co.kr::b69ae50d-8e56-431d-8358-08e60e3e1bf6" providerId="AD" clId="Web-{31B67067-FB3E-0251-E0EB-E77C8BE518CE}" dt="2026-04-14T07:22:46.430" v="0"/>
        <pc:sldMkLst>
          <pc:docMk/>
          <pc:sldMk cId="3651737433" sldId="511"/>
        </pc:sldMkLst>
      </pc:sldChg>
    </pc:docChg>
  </pc:docChgLst>
  <pc:docChgLst>
    <pc:chgData name="유지은" userId="S::a091097@aivle.kt.co.kr::8f3e2d22-3334-4eb0-a8a0-56abb80ee52e" providerId="AD" clId="Web-{36EC7062-7D45-B95A-67CC-220484E95001}"/>
    <pc:docChg chg="modSld sldOrd">
      <pc:chgData name="유지은" userId="S::a091097@aivle.kt.co.kr::8f3e2d22-3334-4eb0-a8a0-56abb80ee52e" providerId="AD" clId="Web-{36EC7062-7D45-B95A-67CC-220484E95001}" dt="2026-04-15T07:09:59.191" v="41" actId="20577"/>
      <pc:docMkLst>
        <pc:docMk/>
      </pc:docMkLst>
      <pc:sldChg chg="modSp ord">
        <pc:chgData name="유지은" userId="S::a091097@aivle.kt.co.kr::8f3e2d22-3334-4eb0-a8a0-56abb80ee52e" providerId="AD" clId="Web-{36EC7062-7D45-B95A-67CC-220484E95001}" dt="2026-04-15T07:09:59.191" v="41" actId="20577"/>
        <pc:sldMkLst>
          <pc:docMk/>
          <pc:sldMk cId="1543165868" sldId="256"/>
        </pc:sldMkLst>
        <pc:spChg chg="mod">
          <ac:chgData name="유지은" userId="S::a091097@aivle.kt.co.kr::8f3e2d22-3334-4eb0-a8a0-56abb80ee52e" providerId="AD" clId="Web-{36EC7062-7D45-B95A-67CC-220484E95001}" dt="2026-04-15T07:09:59.191" v="41" actId="20577"/>
          <ac:spMkLst>
            <pc:docMk/>
            <pc:sldMk cId="1543165868" sldId="256"/>
            <ac:spMk id="2" creationId="{ADAB525A-9D5B-7774-FD3B-6E86D7CC8EA8}"/>
          </ac:spMkLst>
        </pc:spChg>
        <pc:spChg chg="mod">
          <ac:chgData name="유지은" userId="S::a091097@aivle.kt.co.kr::8f3e2d22-3334-4eb0-a8a0-56abb80ee52e" providerId="AD" clId="Web-{36EC7062-7D45-B95A-67CC-220484E95001}" dt="2026-04-15T07:09:56.519" v="40" actId="20577"/>
          <ac:spMkLst>
            <pc:docMk/>
            <pc:sldMk cId="1543165868" sldId="256"/>
            <ac:spMk id="4" creationId="{00000000-0000-0000-0000-000000000000}"/>
          </ac:spMkLst>
        </pc:spChg>
      </pc:sldChg>
      <pc:sldChg chg="modSp">
        <pc:chgData name="유지은" userId="S::a091097@aivle.kt.co.kr::8f3e2d22-3334-4eb0-a8a0-56abb80ee52e" providerId="AD" clId="Web-{36EC7062-7D45-B95A-67CC-220484E95001}" dt="2026-04-15T07:03:58.601" v="14" actId="1076"/>
        <pc:sldMkLst>
          <pc:docMk/>
          <pc:sldMk cId="3781130378" sldId="520"/>
        </pc:sldMkLst>
        <pc:spChg chg="mod">
          <ac:chgData name="유지은" userId="S::a091097@aivle.kt.co.kr::8f3e2d22-3334-4eb0-a8a0-56abb80ee52e" providerId="AD" clId="Web-{36EC7062-7D45-B95A-67CC-220484E95001}" dt="2026-04-15T07:03:58.601" v="14" actId="1076"/>
          <ac:spMkLst>
            <pc:docMk/>
            <pc:sldMk cId="3781130378" sldId="520"/>
            <ac:spMk id="13" creationId="{22DDF4BF-9430-6AC5-41DE-7862909576FF}"/>
          </ac:spMkLst>
        </pc:spChg>
      </pc:sldChg>
      <pc:sldChg chg="modSp">
        <pc:chgData name="유지은" userId="S::a091097@aivle.kt.co.kr::8f3e2d22-3334-4eb0-a8a0-56abb80ee52e" providerId="AD" clId="Web-{36EC7062-7D45-B95A-67CC-220484E95001}" dt="2026-04-15T07:05:41.085" v="29" actId="20577"/>
        <pc:sldMkLst>
          <pc:docMk/>
          <pc:sldMk cId="382721037" sldId="521"/>
        </pc:sldMkLst>
        <pc:spChg chg="mod">
          <ac:chgData name="유지은" userId="S::a091097@aivle.kt.co.kr::8f3e2d22-3334-4eb0-a8a0-56abb80ee52e" providerId="AD" clId="Web-{36EC7062-7D45-B95A-67CC-220484E95001}" dt="2026-04-15T07:05:21.348" v="24" actId="14100"/>
          <ac:spMkLst>
            <pc:docMk/>
            <pc:sldMk cId="382721037" sldId="521"/>
            <ac:spMk id="4" creationId="{19116AC8-6B2D-0B46-67A8-B07D34C4F018}"/>
          </ac:spMkLst>
        </pc:spChg>
        <pc:spChg chg="mod">
          <ac:chgData name="유지은" userId="S::a091097@aivle.kt.co.kr::8f3e2d22-3334-4eb0-a8a0-56abb80ee52e" providerId="AD" clId="Web-{36EC7062-7D45-B95A-67CC-220484E95001}" dt="2026-04-15T07:05:41.085" v="29" actId="20577"/>
          <ac:spMkLst>
            <pc:docMk/>
            <pc:sldMk cId="382721037" sldId="521"/>
            <ac:spMk id="6" creationId="{CBA177C3-6C19-EA36-C9E6-22B9F40B20AB}"/>
          </ac:spMkLst>
        </pc:spChg>
        <pc:spChg chg="mod">
          <ac:chgData name="유지은" userId="S::a091097@aivle.kt.co.kr::8f3e2d22-3334-4eb0-a8a0-56abb80ee52e" providerId="AD" clId="Web-{36EC7062-7D45-B95A-67CC-220484E95001}" dt="2026-04-15T07:05:33.490" v="25" actId="1076"/>
          <ac:spMkLst>
            <pc:docMk/>
            <pc:sldMk cId="382721037" sldId="521"/>
            <ac:spMk id="62" creationId="{9FEA339E-C141-4C01-536D-5CFD12EDCB7F}"/>
          </ac:spMkLst>
        </pc:spChg>
      </pc:sldChg>
    </pc:docChg>
  </pc:docChgLst>
  <pc:docChgLst>
    <pc:chgData name="오희주" userId="S::a091143@aivle.kt.co.kr::cbd687c7-b00c-4ce8-a82e-1c3b8f2de021" providerId="AD" clId="Web-{9C924B1D-AF4B-CFF2-9D57-8918AF6D57DE}"/>
    <pc:docChg chg="addSld delSld modSld modSection">
      <pc:chgData name="오희주" userId="S::a091143@aivle.kt.co.kr::cbd687c7-b00c-4ce8-a82e-1c3b8f2de021" providerId="AD" clId="Web-{9C924B1D-AF4B-CFF2-9D57-8918AF6D57DE}" dt="2026-04-15T07:01:18.014" v="525" actId="20577"/>
      <pc:docMkLst>
        <pc:docMk/>
      </pc:docMkLst>
      <pc:sldChg chg="addSp delSp modSp">
        <pc:chgData name="오희주" userId="S::a091143@aivle.kt.co.kr::cbd687c7-b00c-4ce8-a82e-1c3b8f2de021" providerId="AD" clId="Web-{9C924B1D-AF4B-CFF2-9D57-8918AF6D57DE}" dt="2026-04-15T07:00:26.479" v="519" actId="20577"/>
        <pc:sldMkLst>
          <pc:docMk/>
          <pc:sldMk cId="1543165868" sldId="256"/>
        </pc:sldMkLst>
        <pc:spChg chg="mod">
          <ac:chgData name="오희주" userId="S::a091143@aivle.kt.co.kr::cbd687c7-b00c-4ce8-a82e-1c3b8f2de021" providerId="AD" clId="Web-{9C924B1D-AF4B-CFF2-9D57-8918AF6D57DE}" dt="2026-04-15T06:22:28.883" v="341" actId="20577"/>
          <ac:spMkLst>
            <pc:docMk/>
            <pc:sldMk cId="1543165868" sldId="256"/>
            <ac:spMk id="2" creationId="{ADAB525A-9D5B-7774-FD3B-6E86D7CC8EA8}"/>
          </ac:spMkLst>
        </pc:spChg>
        <pc:spChg chg="add del">
          <ac:chgData name="오희주" userId="S::a091143@aivle.kt.co.kr::cbd687c7-b00c-4ce8-a82e-1c3b8f2de021" providerId="AD" clId="Web-{9C924B1D-AF4B-CFF2-9D57-8918AF6D57DE}" dt="2026-04-15T06:45:41.320" v="416"/>
          <ac:spMkLst>
            <pc:docMk/>
            <pc:sldMk cId="1543165868" sldId="256"/>
            <ac:spMk id="5" creationId="{694ACEB1-8DE9-B845-CB53-B1071EDF82E4}"/>
          </ac:spMkLst>
        </pc:spChg>
        <pc:spChg chg="add del">
          <ac:chgData name="오희주" userId="S::a091143@aivle.kt.co.kr::cbd687c7-b00c-4ce8-a82e-1c3b8f2de021" providerId="AD" clId="Web-{9C924B1D-AF4B-CFF2-9D57-8918AF6D57DE}" dt="2026-04-15T06:45:55.556" v="420"/>
          <ac:spMkLst>
            <pc:docMk/>
            <pc:sldMk cId="1543165868" sldId="256"/>
            <ac:spMk id="7" creationId="{C0CBAF4D-E126-A111-2FB4-E129B13C6D28}"/>
          </ac:spMkLst>
        </pc:spChg>
        <pc:spChg chg="add del">
          <ac:chgData name="오희주" userId="S::a091143@aivle.kt.co.kr::cbd687c7-b00c-4ce8-a82e-1c3b8f2de021" providerId="AD" clId="Web-{9C924B1D-AF4B-CFF2-9D57-8918AF6D57DE}" dt="2026-04-15T06:45:52.900" v="419"/>
          <ac:spMkLst>
            <pc:docMk/>
            <pc:sldMk cId="1543165868" sldId="256"/>
            <ac:spMk id="9" creationId="{CAA9C96C-AB4F-DD5F-391E-7425C6391436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9:47.088" v="512"/>
          <ac:spMkLst>
            <pc:docMk/>
            <pc:sldMk cId="1543165868" sldId="256"/>
            <ac:spMk id="11" creationId="{3FFA5F37-5986-3865-5305-FB6F4BAF80D3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4:19.065" v="493"/>
          <ac:spMkLst>
            <pc:docMk/>
            <pc:sldMk cId="1543165868" sldId="256"/>
            <ac:spMk id="13" creationId="{6D92BC95-8546-D725-67BF-ED0DBE0B6CA8}"/>
          </ac:spMkLst>
        </pc:spChg>
        <pc:spChg chg="add mod">
          <ac:chgData name="오희주" userId="S::a091143@aivle.kt.co.kr::cbd687c7-b00c-4ce8-a82e-1c3b8f2de021" providerId="AD" clId="Web-{9C924B1D-AF4B-CFF2-9D57-8918AF6D57DE}" dt="2026-04-15T07:00:26.479" v="519" actId="20577"/>
          <ac:spMkLst>
            <pc:docMk/>
            <pc:sldMk cId="1543165868" sldId="256"/>
            <ac:spMk id="15" creationId="{F1F8FEEF-7CD3-FEEC-9331-5BC4E595F0F7}"/>
          </ac:spMkLst>
        </pc:spChg>
      </pc:sldChg>
      <pc:sldChg chg="addSp delSp modSp mod modShow">
        <pc:chgData name="오희주" userId="S::a091143@aivle.kt.co.kr::cbd687c7-b00c-4ce8-a82e-1c3b8f2de021" providerId="AD" clId="Web-{9C924B1D-AF4B-CFF2-9D57-8918AF6D57DE}" dt="2026-04-15T07:01:18.014" v="525" actId="20577"/>
        <pc:sldMkLst>
          <pc:docMk/>
          <pc:sldMk cId="59696913" sldId="257"/>
        </pc:sldMkLst>
        <pc:spChg chg="del">
          <ac:chgData name="오희주" userId="S::a091143@aivle.kt.co.kr::cbd687c7-b00c-4ce8-a82e-1c3b8f2de021" providerId="AD" clId="Web-{9C924B1D-AF4B-CFF2-9D57-8918AF6D57DE}" dt="2026-04-15T06:49:11.882" v="436"/>
          <ac:spMkLst>
            <pc:docMk/>
            <pc:sldMk cId="59696913" sldId="257"/>
            <ac:spMk id="3" creationId="{00000000-0000-0000-0000-000000000000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49:41.415" v="444"/>
          <ac:spMkLst>
            <pc:docMk/>
            <pc:sldMk cId="59696913" sldId="257"/>
            <ac:spMk id="4" creationId="{62CB9345-FD70-B0B8-C1BC-6D59340D4E75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1:19.950" v="474"/>
          <ac:spMkLst>
            <pc:docMk/>
            <pc:sldMk cId="59696913" sldId="257"/>
            <ac:spMk id="6" creationId="{8E5116CB-28AC-C50B-1CDE-9AA1E0383FBC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1:05.715" v="469"/>
          <ac:spMkLst>
            <pc:docMk/>
            <pc:sldMk cId="59696913" sldId="257"/>
            <ac:spMk id="8" creationId="{C8F85AE3-6BDA-7DC8-A7F1-E13B3A5BB29C}"/>
          </ac:spMkLst>
        </pc:spChg>
        <pc:spChg chg="mod">
          <ac:chgData name="오희주" userId="S::a091143@aivle.kt.co.kr::cbd687c7-b00c-4ce8-a82e-1c3b8f2de021" providerId="AD" clId="Web-{9C924B1D-AF4B-CFF2-9D57-8918AF6D57DE}" dt="2026-04-15T05:59:13.608" v="216" actId="20577"/>
          <ac:spMkLst>
            <pc:docMk/>
            <pc:sldMk cId="59696913" sldId="257"/>
            <ac:spMk id="9" creationId="{00000000-0000-0000-0000-000000000000}"/>
          </ac:spMkLst>
        </pc:spChg>
        <pc:spChg chg="mod">
          <ac:chgData name="오희주" userId="S::a091143@aivle.kt.co.kr::cbd687c7-b00c-4ce8-a82e-1c3b8f2de021" providerId="AD" clId="Web-{9C924B1D-AF4B-CFF2-9D57-8918AF6D57DE}" dt="2026-04-15T05:07:20.587" v="58" actId="20577"/>
          <ac:spMkLst>
            <pc:docMk/>
            <pc:sldMk cId="59696913" sldId="257"/>
            <ac:spMk id="10" creationId="{00000000-0000-0000-0000-000000000000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4:43.863" v="498"/>
          <ac:spMkLst>
            <pc:docMk/>
            <pc:sldMk cId="59696913" sldId="257"/>
            <ac:spMk id="11" creationId="{B8E3C4D2-390C-A23F-6EA2-7CA39A734087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5:51.036" v="504"/>
          <ac:spMkLst>
            <pc:docMk/>
            <pc:sldMk cId="59696913" sldId="257"/>
            <ac:spMk id="13" creationId="{BD2BBF72-9596-5C7C-5E89-1C7D6A398314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9:57.713" v="514"/>
          <ac:spMkLst>
            <pc:docMk/>
            <pc:sldMk cId="59696913" sldId="257"/>
            <ac:spMk id="15" creationId="{39C4B214-233E-E38E-61AB-56B33EFF633C}"/>
          </ac:spMkLst>
        </pc:spChg>
        <pc:spChg chg="add mod">
          <ac:chgData name="오희주" userId="S::a091143@aivle.kt.co.kr::cbd687c7-b00c-4ce8-a82e-1c3b8f2de021" providerId="AD" clId="Web-{9C924B1D-AF4B-CFF2-9D57-8918AF6D57DE}" dt="2026-04-15T07:01:18.014" v="525" actId="20577"/>
          <ac:spMkLst>
            <pc:docMk/>
            <pc:sldMk cId="59696913" sldId="257"/>
            <ac:spMk id="17" creationId="{0C497153-B224-5E27-DE06-BF5E2EB79AA1}"/>
          </ac:spMkLst>
        </pc:spChg>
      </pc:sldChg>
      <pc:sldChg chg="modSp">
        <pc:chgData name="오희주" userId="S::a091143@aivle.kt.co.kr::cbd687c7-b00c-4ce8-a82e-1c3b8f2de021" providerId="AD" clId="Web-{9C924B1D-AF4B-CFF2-9D57-8918AF6D57DE}" dt="2026-04-15T05:04:28.483" v="2" actId="20577"/>
        <pc:sldMkLst>
          <pc:docMk/>
          <pc:sldMk cId="3891943218" sldId="352"/>
        </pc:sldMkLst>
        <pc:spChg chg="mod">
          <ac:chgData name="오희주" userId="S::a091143@aivle.kt.co.kr::cbd687c7-b00c-4ce8-a82e-1c3b8f2de021" providerId="AD" clId="Web-{9C924B1D-AF4B-CFF2-9D57-8918AF6D57DE}" dt="2026-04-15T05:04:28.483" v="2" actId="20577"/>
          <ac:spMkLst>
            <pc:docMk/>
            <pc:sldMk cId="3891943218" sldId="352"/>
            <ac:spMk id="6" creationId="{00000000-0000-0000-0000-000000000000}"/>
          </ac:spMkLst>
        </pc:spChg>
      </pc:sldChg>
      <pc:sldChg chg="addSp delSp modSp">
        <pc:chgData name="오희주" userId="S::a091143@aivle.kt.co.kr::cbd687c7-b00c-4ce8-a82e-1c3b8f2de021" providerId="AD" clId="Web-{9C924B1D-AF4B-CFF2-9D57-8918AF6D57DE}" dt="2026-04-15T06:42:53.010" v="411" actId="1076"/>
        <pc:sldMkLst>
          <pc:docMk/>
          <pc:sldMk cId="721798544" sldId="399"/>
        </pc:sldMkLst>
        <pc:spChg chg="mod">
          <ac:chgData name="오희주" userId="S::a091143@aivle.kt.co.kr::cbd687c7-b00c-4ce8-a82e-1c3b8f2de021" providerId="AD" clId="Web-{9C924B1D-AF4B-CFF2-9D57-8918AF6D57DE}" dt="2026-04-15T06:41:38.962" v="405" actId="1076"/>
          <ac:spMkLst>
            <pc:docMk/>
            <pc:sldMk cId="721798544" sldId="399"/>
            <ac:spMk id="8" creationId="{2A0BE7A7-68D6-053E-0DD1-B0A5935D7350}"/>
          </ac:spMkLst>
        </pc:spChg>
        <pc:spChg chg="mod">
          <ac:chgData name="오희주" userId="S::a091143@aivle.kt.co.kr::cbd687c7-b00c-4ce8-a82e-1c3b8f2de021" providerId="AD" clId="Web-{9C924B1D-AF4B-CFF2-9D57-8918AF6D57DE}" dt="2026-04-15T06:37:56.426" v="373" actId="20577"/>
          <ac:spMkLst>
            <pc:docMk/>
            <pc:sldMk cId="721798544" sldId="399"/>
            <ac:spMk id="46" creationId="{1B3B9968-3FC2-449E-98A1-43F9471135F2}"/>
          </ac:spMkLst>
        </pc:spChg>
        <pc:spChg chg="mod">
          <ac:chgData name="오희주" userId="S::a091143@aivle.kt.co.kr::cbd687c7-b00c-4ce8-a82e-1c3b8f2de021" providerId="AD" clId="Web-{9C924B1D-AF4B-CFF2-9D57-8918AF6D57DE}" dt="2026-04-15T06:37:51.004" v="369" actId="20577"/>
          <ac:spMkLst>
            <pc:docMk/>
            <pc:sldMk cId="721798544" sldId="399"/>
            <ac:spMk id="59" creationId="{CDC562BC-EB9C-41F0-9392-0217FD2F9ED7}"/>
          </ac:spMkLst>
        </pc:spChg>
        <pc:spChg chg="mod">
          <ac:chgData name="오희주" userId="S::a091143@aivle.kt.co.kr::cbd687c7-b00c-4ce8-a82e-1c3b8f2de021" providerId="AD" clId="Web-{9C924B1D-AF4B-CFF2-9D57-8918AF6D57DE}" dt="2026-04-15T06:37:54.160" v="371" actId="20577"/>
          <ac:spMkLst>
            <pc:docMk/>
            <pc:sldMk cId="721798544" sldId="399"/>
            <ac:spMk id="72" creationId="{BBDFB7BA-7131-4014-A48E-BDEFE620D90E}"/>
          </ac:spMkLst>
        </pc:spChg>
        <pc:spChg chg="mod">
          <ac:chgData name="오희주" userId="S::a091143@aivle.kt.co.kr::cbd687c7-b00c-4ce8-a82e-1c3b8f2de021" providerId="AD" clId="Web-{9C924B1D-AF4B-CFF2-9D57-8918AF6D57DE}" dt="2026-04-15T06:41:38.899" v="403" actId="1076"/>
          <ac:spMkLst>
            <pc:docMk/>
            <pc:sldMk cId="721798544" sldId="399"/>
            <ac:spMk id="78" creationId="{6CDCFEBB-C7A5-425C-B460-48F757EC79E3}"/>
          </ac:spMkLst>
        </pc:spChg>
        <pc:spChg chg="mod">
          <ac:chgData name="오희주" userId="S::a091143@aivle.kt.co.kr::cbd687c7-b00c-4ce8-a82e-1c3b8f2de021" providerId="AD" clId="Web-{9C924B1D-AF4B-CFF2-9D57-8918AF6D57DE}" dt="2026-04-15T06:42:53.010" v="411" actId="1076"/>
          <ac:spMkLst>
            <pc:docMk/>
            <pc:sldMk cId="721798544" sldId="399"/>
            <ac:spMk id="81" creationId="{3466EF89-1407-454A-8570-258A19D47BF5}"/>
          </ac:spMkLst>
        </pc:spChg>
        <pc:cxnChg chg="add mod">
          <ac:chgData name="오희주" userId="S::a091143@aivle.kt.co.kr::cbd687c7-b00c-4ce8-a82e-1c3b8f2de021" providerId="AD" clId="Web-{9C924B1D-AF4B-CFF2-9D57-8918AF6D57DE}" dt="2026-04-15T06:41:22.305" v="402" actId="1076"/>
          <ac:cxnSpMkLst>
            <pc:docMk/>
            <pc:sldMk cId="721798544" sldId="399"/>
            <ac:cxnSpMk id="3" creationId="{A085B9AD-11E4-5A1B-28D3-2A965570D06F}"/>
          </ac:cxnSpMkLst>
        </pc:cxnChg>
        <pc:cxnChg chg="del mod">
          <ac:chgData name="오희주" userId="S::a091143@aivle.kt.co.kr::cbd687c7-b00c-4ce8-a82e-1c3b8f2de021" providerId="AD" clId="Web-{9C924B1D-AF4B-CFF2-9D57-8918AF6D57DE}" dt="2026-04-15T06:40:57.977" v="398"/>
          <ac:cxnSpMkLst>
            <pc:docMk/>
            <pc:sldMk cId="721798544" sldId="399"/>
            <ac:cxnSpMk id="6" creationId="{13FBEA04-C616-A2A5-6D52-DE2711EB607E}"/>
          </ac:cxnSpMkLst>
        </pc:cxnChg>
        <pc:cxnChg chg="add mod">
          <ac:chgData name="오희주" userId="S::a091143@aivle.kt.co.kr::cbd687c7-b00c-4ce8-a82e-1c3b8f2de021" providerId="AD" clId="Web-{9C924B1D-AF4B-CFF2-9D57-8918AF6D57DE}" dt="2026-04-15T06:39:37.616" v="382" actId="1076"/>
          <ac:cxnSpMkLst>
            <pc:docMk/>
            <pc:sldMk cId="721798544" sldId="399"/>
            <ac:cxnSpMk id="7" creationId="{858E5B7F-4C4E-A166-A05D-95E7C8B0FE16}"/>
          </ac:cxnSpMkLst>
        </pc:cxnChg>
        <pc:cxnChg chg="add mod">
          <ac:chgData name="오희주" userId="S::a091143@aivle.kt.co.kr::cbd687c7-b00c-4ce8-a82e-1c3b8f2de021" providerId="AD" clId="Web-{9C924B1D-AF4B-CFF2-9D57-8918AF6D57DE}" dt="2026-04-15T06:41:38.993" v="406" actId="1076"/>
          <ac:cxnSpMkLst>
            <pc:docMk/>
            <pc:sldMk cId="721798544" sldId="399"/>
            <ac:cxnSpMk id="10" creationId="{1AC3553A-6A98-3248-9B55-7F8BEB863A26}"/>
          </ac:cxnSpMkLst>
        </pc:cxnChg>
        <pc:cxnChg chg="add mod">
          <ac:chgData name="오희주" userId="S::a091143@aivle.kt.co.kr::cbd687c7-b00c-4ce8-a82e-1c3b8f2de021" providerId="AD" clId="Web-{9C924B1D-AF4B-CFF2-9D57-8918AF6D57DE}" dt="2026-04-15T06:41:39.024" v="407" actId="1076"/>
          <ac:cxnSpMkLst>
            <pc:docMk/>
            <pc:sldMk cId="721798544" sldId="399"/>
            <ac:cxnSpMk id="11" creationId="{84194CDE-DDA0-F7AD-5B22-C36FCB7DD9E3}"/>
          </ac:cxnSpMkLst>
        </pc:cxnChg>
        <pc:cxnChg chg="mod">
          <ac:chgData name="오희주" userId="S::a091143@aivle.kt.co.kr::cbd687c7-b00c-4ce8-a82e-1c3b8f2de021" providerId="AD" clId="Web-{9C924B1D-AF4B-CFF2-9D57-8918AF6D57DE}" dt="2026-04-15T06:42:30.994" v="410" actId="14100"/>
          <ac:cxnSpMkLst>
            <pc:docMk/>
            <pc:sldMk cId="721798544" sldId="399"/>
            <ac:cxnSpMk id="53" creationId="{E7A09721-A4FB-4E68-826F-909EC28C262E}"/>
          </ac:cxnSpMkLst>
        </pc:cxnChg>
        <pc:cxnChg chg="mod">
          <ac:chgData name="오희주" userId="S::a091143@aivle.kt.co.kr::cbd687c7-b00c-4ce8-a82e-1c3b8f2de021" providerId="AD" clId="Web-{9C924B1D-AF4B-CFF2-9D57-8918AF6D57DE}" dt="2026-04-15T06:40:15.491" v="391" actId="1076"/>
          <ac:cxnSpMkLst>
            <pc:docMk/>
            <pc:sldMk cId="721798544" sldId="399"/>
            <ac:cxnSpMk id="67" creationId="{E0D8CD0A-6E0D-4A6A-B2F0-CF020BFF65C0}"/>
          </ac:cxnSpMkLst>
        </pc:cxnChg>
        <pc:cxnChg chg="mod">
          <ac:chgData name="오희주" userId="S::a091143@aivle.kt.co.kr::cbd687c7-b00c-4ce8-a82e-1c3b8f2de021" providerId="AD" clId="Web-{9C924B1D-AF4B-CFF2-9D57-8918AF6D57DE}" dt="2026-04-15T06:39:57.788" v="387" actId="1076"/>
          <ac:cxnSpMkLst>
            <pc:docMk/>
            <pc:sldMk cId="721798544" sldId="399"/>
            <ac:cxnSpMk id="79" creationId="{4DDB5BA1-AE8A-46D4-A83A-98532C4A375E}"/>
          </ac:cxnSpMkLst>
        </pc:cxnChg>
        <pc:cxnChg chg="del">
          <ac:chgData name="오희주" userId="S::a091143@aivle.kt.co.kr::cbd687c7-b00c-4ce8-a82e-1c3b8f2de021" providerId="AD" clId="Web-{9C924B1D-AF4B-CFF2-9D57-8918AF6D57DE}" dt="2026-04-15T06:40:47.742" v="395"/>
          <ac:cxnSpMkLst>
            <pc:docMk/>
            <pc:sldMk cId="721798544" sldId="399"/>
            <ac:cxnSpMk id="80" creationId="{BF36FCA5-2622-44F6-BC94-D7AA14CC3E65}"/>
          </ac:cxnSpMkLst>
        </pc:cxnChg>
        <pc:cxnChg chg="mod">
          <ac:chgData name="오희주" userId="S::a091143@aivle.kt.co.kr::cbd687c7-b00c-4ce8-a82e-1c3b8f2de021" providerId="AD" clId="Web-{9C924B1D-AF4B-CFF2-9D57-8918AF6D57DE}" dt="2026-04-15T06:40:30.429" v="394" actId="1076"/>
          <ac:cxnSpMkLst>
            <pc:docMk/>
            <pc:sldMk cId="721798544" sldId="399"/>
            <ac:cxnSpMk id="83" creationId="{6790FF46-217A-45F6-8427-4D890B27F6FB}"/>
          </ac:cxnSpMkLst>
        </pc:cxnChg>
        <pc:cxnChg chg="del mod">
          <ac:chgData name="오희주" userId="S::a091143@aivle.kt.co.kr::cbd687c7-b00c-4ce8-a82e-1c3b8f2de021" providerId="AD" clId="Web-{9C924B1D-AF4B-CFF2-9D57-8918AF6D57DE}" dt="2026-04-15T06:24:48.885" v="344"/>
          <ac:cxnSpMkLst>
            <pc:docMk/>
            <pc:sldMk cId="721798544" sldId="399"/>
            <ac:cxnSpMk id="85" creationId="{84953973-2435-483A-8D39-593F5D6897DC}"/>
          </ac:cxnSpMkLst>
        </pc:cxnChg>
      </pc:sldChg>
      <pc:sldChg chg="addSp delSp modSp">
        <pc:chgData name="오희주" userId="S::a091143@aivle.kt.co.kr::cbd687c7-b00c-4ce8-a82e-1c3b8f2de021" providerId="AD" clId="Web-{9C924B1D-AF4B-CFF2-9D57-8918AF6D57DE}" dt="2026-04-15T06:05:06.368" v="263" actId="20577"/>
        <pc:sldMkLst>
          <pc:docMk/>
          <pc:sldMk cId="3651737433" sldId="511"/>
        </pc:sldMkLst>
        <pc:spChg chg="mod">
          <ac:chgData name="오희주" userId="S::a091143@aivle.kt.co.kr::cbd687c7-b00c-4ce8-a82e-1c3b8f2de021" providerId="AD" clId="Web-{9C924B1D-AF4B-CFF2-9D57-8918AF6D57DE}" dt="2026-04-15T06:05:06.368" v="263" actId="20577"/>
          <ac:spMkLst>
            <pc:docMk/>
            <pc:sldMk cId="3651737433" sldId="511"/>
            <ac:spMk id="3" creationId="{6DB6BDAB-9283-AD94-0F74-AC1EB1DC5997}"/>
          </ac:spMkLst>
        </pc:spChg>
        <pc:picChg chg="add mod">
          <ac:chgData name="오희주" userId="S::a091143@aivle.kt.co.kr::cbd687c7-b00c-4ce8-a82e-1c3b8f2de021" providerId="AD" clId="Web-{9C924B1D-AF4B-CFF2-9D57-8918AF6D57DE}" dt="2026-04-15T05:30:49.479" v="97" actId="1076"/>
          <ac:picMkLst>
            <pc:docMk/>
            <pc:sldMk cId="3651737433" sldId="511"/>
            <ac:picMk id="5" creationId="{A0C935BA-E7A9-1DC7-DE19-DE2BC598D24B}"/>
          </ac:picMkLst>
        </pc:picChg>
        <pc:picChg chg="add mod">
          <ac:chgData name="오희주" userId="S::a091143@aivle.kt.co.kr::cbd687c7-b00c-4ce8-a82e-1c3b8f2de021" providerId="AD" clId="Web-{9C924B1D-AF4B-CFF2-9D57-8918AF6D57DE}" dt="2026-04-15T05:17:48.629" v="73" actId="14100"/>
          <ac:picMkLst>
            <pc:docMk/>
            <pc:sldMk cId="3651737433" sldId="511"/>
            <ac:picMk id="6" creationId="{F181CCCC-92D2-A2C1-99F0-A19CB27B5F13}"/>
          </ac:picMkLst>
        </pc:picChg>
        <pc:picChg chg="add mod">
          <ac:chgData name="오희주" userId="S::a091143@aivle.kt.co.kr::cbd687c7-b00c-4ce8-a82e-1c3b8f2de021" providerId="AD" clId="Web-{9C924B1D-AF4B-CFF2-9D57-8918AF6D57DE}" dt="2026-04-15T05:30:39.057" v="96" actId="1076"/>
          <ac:picMkLst>
            <pc:docMk/>
            <pc:sldMk cId="3651737433" sldId="511"/>
            <ac:picMk id="10" creationId="{51C5D69A-7A69-3CD1-3FF5-782763393720}"/>
          </ac:picMkLst>
        </pc:picChg>
        <pc:picChg chg="add mod">
          <ac:chgData name="오희주" userId="S::a091143@aivle.kt.co.kr::cbd687c7-b00c-4ce8-a82e-1c3b8f2de021" providerId="AD" clId="Web-{9C924B1D-AF4B-CFF2-9D57-8918AF6D57DE}" dt="2026-04-15T05:32:35.231" v="106" actId="14100"/>
          <ac:picMkLst>
            <pc:docMk/>
            <pc:sldMk cId="3651737433" sldId="511"/>
            <ac:picMk id="13" creationId="{01C5F202-1C7E-0576-3AA1-691A3E5E7B20}"/>
          </ac:picMkLst>
        </pc:picChg>
        <pc:picChg chg="add del mod">
          <ac:chgData name="오희주" userId="S::a091143@aivle.kt.co.kr::cbd687c7-b00c-4ce8-a82e-1c3b8f2de021" providerId="AD" clId="Web-{9C924B1D-AF4B-CFF2-9D57-8918AF6D57DE}" dt="2026-04-15T05:39:28.069" v="122" actId="1076"/>
          <ac:picMkLst>
            <pc:docMk/>
            <pc:sldMk cId="3651737433" sldId="511"/>
            <ac:picMk id="17" creationId="{D1065E65-7071-C0D3-83B5-84F0766A7257}"/>
          </ac:picMkLst>
        </pc:picChg>
      </pc:sldChg>
      <pc:sldChg chg="modSp">
        <pc:chgData name="오희주" userId="S::a091143@aivle.kt.co.kr::cbd687c7-b00c-4ce8-a82e-1c3b8f2de021" providerId="AD" clId="Web-{9C924B1D-AF4B-CFF2-9D57-8918AF6D57DE}" dt="2026-04-15T05:55:08.359" v="176" actId="20577"/>
        <pc:sldMkLst>
          <pc:docMk/>
          <pc:sldMk cId="2832051812" sldId="512"/>
        </pc:sldMkLst>
        <pc:spChg chg="mod">
          <ac:chgData name="오희주" userId="S::a091143@aivle.kt.co.kr::cbd687c7-b00c-4ce8-a82e-1c3b8f2de021" providerId="AD" clId="Web-{9C924B1D-AF4B-CFF2-9D57-8918AF6D57DE}" dt="2026-04-15T05:54:55.608" v="160" actId="20577"/>
          <ac:spMkLst>
            <pc:docMk/>
            <pc:sldMk cId="2832051812" sldId="512"/>
            <ac:spMk id="6" creationId="{F6803287-E547-A698-9D8C-48AFB703BBFE}"/>
          </ac:spMkLst>
        </pc:spChg>
        <pc:spChg chg="mod">
          <ac:chgData name="오희주" userId="S::a091143@aivle.kt.co.kr::cbd687c7-b00c-4ce8-a82e-1c3b8f2de021" providerId="AD" clId="Web-{9C924B1D-AF4B-CFF2-9D57-8918AF6D57DE}" dt="2026-04-15T05:54:52.873" v="158" actId="20577"/>
          <ac:spMkLst>
            <pc:docMk/>
            <pc:sldMk cId="2832051812" sldId="512"/>
            <ac:spMk id="7" creationId="{6276B065-4CF9-8B62-87D6-10607DB110F3}"/>
          </ac:spMkLst>
        </pc:spChg>
        <pc:spChg chg="mod">
          <ac:chgData name="오희주" userId="S::a091143@aivle.kt.co.kr::cbd687c7-b00c-4ce8-a82e-1c3b8f2de021" providerId="AD" clId="Web-{9C924B1D-AF4B-CFF2-9D57-8918AF6D57DE}" dt="2026-04-15T05:55:01.905" v="170" actId="20577"/>
          <ac:spMkLst>
            <pc:docMk/>
            <pc:sldMk cId="2832051812" sldId="512"/>
            <ac:spMk id="9" creationId="{9078BD61-2380-71A9-12B8-DF69E5301590}"/>
          </ac:spMkLst>
        </pc:spChg>
        <pc:spChg chg="mod">
          <ac:chgData name="오희주" userId="S::a091143@aivle.kt.co.kr::cbd687c7-b00c-4ce8-a82e-1c3b8f2de021" providerId="AD" clId="Web-{9C924B1D-AF4B-CFF2-9D57-8918AF6D57DE}" dt="2026-04-15T05:55:08.359" v="176" actId="20577"/>
          <ac:spMkLst>
            <pc:docMk/>
            <pc:sldMk cId="2832051812" sldId="512"/>
            <ac:spMk id="10" creationId="{E973DB46-4850-3E54-B05D-B8C9BE1CD942}"/>
          </ac:spMkLst>
        </pc:spChg>
      </pc:sldChg>
      <pc:sldChg chg="addSp delSp modSp">
        <pc:chgData name="오희주" userId="S::a091143@aivle.kt.co.kr::cbd687c7-b00c-4ce8-a82e-1c3b8f2de021" providerId="AD" clId="Web-{9C924B1D-AF4B-CFF2-9D57-8918AF6D57DE}" dt="2026-04-15T06:59:39.744" v="510"/>
        <pc:sldMkLst>
          <pc:docMk/>
          <pc:sldMk cId="361016816" sldId="514"/>
        </pc:sldMkLst>
        <pc:spChg chg="del mod">
          <ac:chgData name="오희주" userId="S::a091143@aivle.kt.co.kr::cbd687c7-b00c-4ce8-a82e-1c3b8f2de021" providerId="AD" clId="Web-{9C924B1D-AF4B-CFF2-9D57-8918AF6D57DE}" dt="2026-04-15T06:59:37.791" v="509"/>
          <ac:spMkLst>
            <pc:docMk/>
            <pc:sldMk cId="361016816" sldId="514"/>
            <ac:spMk id="2" creationId="{D4C49F5A-04EE-F2BF-BD9F-93620731EEF9}"/>
          </ac:spMkLst>
        </pc:spChg>
        <pc:spChg chg="mod">
          <ac:chgData name="오희주" userId="S::a091143@aivle.kt.co.kr::cbd687c7-b00c-4ce8-a82e-1c3b8f2de021" providerId="AD" clId="Web-{9C924B1D-AF4B-CFF2-9D57-8918AF6D57DE}" dt="2026-04-15T06:31:20.177" v="358" actId="20577"/>
          <ac:spMkLst>
            <pc:docMk/>
            <pc:sldMk cId="361016816" sldId="514"/>
            <ac:spMk id="3" creationId="{6F865127-9E0C-B9EC-1AA7-8AC3BEF94499}"/>
          </ac:spMkLst>
        </pc:spChg>
        <pc:spChg chg="mod">
          <ac:chgData name="오희주" userId="S::a091143@aivle.kt.co.kr::cbd687c7-b00c-4ce8-a82e-1c3b8f2de021" providerId="AD" clId="Web-{9C924B1D-AF4B-CFF2-9D57-8918AF6D57DE}" dt="2026-04-15T05:05:05.593" v="10" actId="1076"/>
          <ac:spMkLst>
            <pc:docMk/>
            <pc:sldMk cId="361016816" sldId="514"/>
            <ac:spMk id="4" creationId="{D25EA4A1-B47D-3473-12B8-831E228E3AC7}"/>
          </ac:spMkLst>
        </pc:spChg>
        <pc:spChg chg="add mod">
          <ac:chgData name="오희주" userId="S::a091143@aivle.kt.co.kr::cbd687c7-b00c-4ce8-a82e-1c3b8f2de021" providerId="AD" clId="Web-{9C924B1D-AF4B-CFF2-9D57-8918AF6D57DE}" dt="2026-04-15T06:59:39.744" v="510"/>
          <ac:spMkLst>
            <pc:docMk/>
            <pc:sldMk cId="361016816" sldId="514"/>
            <ac:spMk id="6" creationId="{E289D029-0EB6-385F-810D-80D3AC124AFD}"/>
          </ac:spMkLst>
        </pc:spChg>
      </pc:sldChg>
      <pc:sldChg chg="addSp delSp modSp">
        <pc:chgData name="오희주" userId="S::a091143@aivle.kt.co.kr::cbd687c7-b00c-4ce8-a82e-1c3b8f2de021" providerId="AD" clId="Web-{9C924B1D-AF4B-CFF2-9D57-8918AF6D57DE}" dt="2026-04-15T06:59:29.400" v="508"/>
        <pc:sldMkLst>
          <pc:docMk/>
          <pc:sldMk cId="3781130378" sldId="520"/>
        </pc:sldMkLst>
        <pc:spChg chg="del mod">
          <ac:chgData name="오희주" userId="S::a091143@aivle.kt.co.kr::cbd687c7-b00c-4ce8-a82e-1c3b8f2de021" providerId="AD" clId="Web-{9C924B1D-AF4B-CFF2-9D57-8918AF6D57DE}" dt="2026-04-15T06:49:01.335" v="434"/>
          <ac:spMkLst>
            <pc:docMk/>
            <pc:sldMk cId="3781130378" sldId="520"/>
            <ac:spMk id="2" creationId="{00000000-0000-0000-0000-000000000000}"/>
          </ac:spMkLst>
        </pc:spChg>
        <pc:spChg chg="mod">
          <ac:chgData name="오희주" userId="S::a091143@aivle.kt.co.kr::cbd687c7-b00c-4ce8-a82e-1c3b8f2de021" providerId="AD" clId="Web-{9C924B1D-AF4B-CFF2-9D57-8918AF6D57DE}" dt="2026-04-15T06:14:27.601" v="264" actId="14100"/>
          <ac:spMkLst>
            <pc:docMk/>
            <pc:sldMk cId="3781130378" sldId="520"/>
            <ac:spMk id="9" creationId="{6F68BB6B-C632-D2B4-645A-E2FAB1BF4D1E}"/>
          </ac:spMkLst>
        </pc:spChg>
        <pc:spChg chg="add del">
          <ac:chgData name="오희주" userId="S::a091143@aivle.kt.co.kr::cbd687c7-b00c-4ce8-a82e-1c3b8f2de021" providerId="AD" clId="Web-{9C924B1D-AF4B-CFF2-9D57-8918AF6D57DE}" dt="2026-04-15T06:48:50.615" v="430"/>
          <ac:spMkLst>
            <pc:docMk/>
            <pc:sldMk cId="3781130378" sldId="520"/>
            <ac:spMk id="16" creationId="{FFA9D911-94B7-16E6-1430-317927BBE829}"/>
          </ac:spMkLst>
        </pc:spChg>
        <pc:spChg chg="add del">
          <ac:chgData name="오희주" userId="S::a091143@aivle.kt.co.kr::cbd687c7-b00c-4ce8-a82e-1c3b8f2de021" providerId="AD" clId="Web-{9C924B1D-AF4B-CFF2-9D57-8918AF6D57DE}" dt="2026-04-15T06:48:57.381" v="432"/>
          <ac:spMkLst>
            <pc:docMk/>
            <pc:sldMk cId="3781130378" sldId="520"/>
            <ac:spMk id="18" creationId="{36457107-A65C-A01E-D877-E4A3E1B18876}"/>
          </ac:spMkLst>
        </pc:spChg>
        <pc:spChg chg="add del mod">
          <ac:chgData name="오희주" userId="S::a091143@aivle.kt.co.kr::cbd687c7-b00c-4ce8-a82e-1c3b8f2de021" providerId="AD" clId="Web-{9C924B1D-AF4B-CFF2-9D57-8918AF6D57DE}" dt="2026-04-15T06:59:16.493" v="507"/>
          <ac:spMkLst>
            <pc:docMk/>
            <pc:sldMk cId="3781130378" sldId="520"/>
            <ac:spMk id="20" creationId="{C3E01437-FF8B-8897-95A2-F00E202BAE0E}"/>
          </ac:spMkLst>
        </pc:spChg>
        <pc:spChg chg="add mod">
          <ac:chgData name="오희주" userId="S::a091143@aivle.kt.co.kr::cbd687c7-b00c-4ce8-a82e-1c3b8f2de021" providerId="AD" clId="Web-{9C924B1D-AF4B-CFF2-9D57-8918AF6D57DE}" dt="2026-04-15T06:59:29.400" v="508"/>
          <ac:spMkLst>
            <pc:docMk/>
            <pc:sldMk cId="3781130378" sldId="520"/>
            <ac:spMk id="22" creationId="{380C1B55-6CE2-8625-F6B8-68D7328F4A8C}"/>
          </ac:spMkLst>
        </pc:spChg>
        <pc:picChg chg="mod">
          <ac:chgData name="오희주" userId="S::a091143@aivle.kt.co.kr::cbd687c7-b00c-4ce8-a82e-1c3b8f2de021" providerId="AD" clId="Web-{9C924B1D-AF4B-CFF2-9D57-8918AF6D57DE}" dt="2026-04-15T06:45:21.490" v="414" actId="1076"/>
          <ac:picMkLst>
            <pc:docMk/>
            <pc:sldMk cId="3781130378" sldId="520"/>
            <ac:picMk id="7" creationId="{15EB03F3-3186-EE37-DAF5-212F80359175}"/>
          </ac:picMkLst>
        </pc:picChg>
      </pc:sldChg>
      <pc:sldChg chg="addSp modSp">
        <pc:chgData name="오희주" userId="S::a091143@aivle.kt.co.kr::cbd687c7-b00c-4ce8-a82e-1c3b8f2de021" providerId="AD" clId="Web-{9C924B1D-AF4B-CFF2-9D57-8918AF6D57DE}" dt="2026-04-15T06:31:29.787" v="362" actId="1076"/>
        <pc:sldMkLst>
          <pc:docMk/>
          <pc:sldMk cId="382721037" sldId="521"/>
        </pc:sldMkLst>
        <pc:spChg chg="add mod">
          <ac:chgData name="오희주" userId="S::a091143@aivle.kt.co.kr::cbd687c7-b00c-4ce8-a82e-1c3b8f2de021" providerId="AD" clId="Web-{9C924B1D-AF4B-CFF2-9D57-8918AF6D57DE}" dt="2026-04-15T06:31:29.787" v="362" actId="1076"/>
          <ac:spMkLst>
            <pc:docMk/>
            <pc:sldMk cId="382721037" sldId="521"/>
            <ac:spMk id="3" creationId="{E33DE81C-E2F4-3A3C-FF34-198C75BB309A}"/>
          </ac:spMkLst>
        </pc:spChg>
      </pc:sldChg>
      <pc:sldChg chg="addSp modSp">
        <pc:chgData name="오희주" userId="S::a091143@aivle.kt.co.kr::cbd687c7-b00c-4ce8-a82e-1c3b8f2de021" providerId="AD" clId="Web-{9C924B1D-AF4B-CFF2-9D57-8918AF6D57DE}" dt="2026-04-15T06:35:35.188" v="367" actId="1076"/>
        <pc:sldMkLst>
          <pc:docMk/>
          <pc:sldMk cId="624696174" sldId="522"/>
        </pc:sldMkLst>
        <pc:spChg chg="mod">
          <ac:chgData name="오희주" userId="S::a091143@aivle.kt.co.kr::cbd687c7-b00c-4ce8-a82e-1c3b8f2de021" providerId="AD" clId="Web-{9C924B1D-AF4B-CFF2-9D57-8918AF6D57DE}" dt="2026-04-15T06:26:13.746" v="353" actId="20577"/>
          <ac:spMkLst>
            <pc:docMk/>
            <pc:sldMk cId="624696174" sldId="522"/>
            <ac:spMk id="3" creationId="{88113352-8E25-3741-2892-E370B0D616D4}"/>
          </ac:spMkLst>
        </pc:spChg>
        <pc:picChg chg="add mod">
          <ac:chgData name="오희주" userId="S::a091143@aivle.kt.co.kr::cbd687c7-b00c-4ce8-a82e-1c3b8f2de021" providerId="AD" clId="Web-{9C924B1D-AF4B-CFF2-9D57-8918AF6D57DE}" dt="2026-04-15T06:35:35.188" v="367" actId="1076"/>
          <ac:picMkLst>
            <pc:docMk/>
            <pc:sldMk cId="624696174" sldId="522"/>
            <ac:picMk id="7" creationId="{C6FD0EEB-8DBA-A6C8-4A4C-1D7E17C4221C}"/>
          </ac:picMkLst>
        </pc:picChg>
      </pc:sldChg>
      <pc:sldChg chg="addSp delSp modSp new del">
        <pc:chgData name="오희주" userId="S::a091143@aivle.kt.co.kr::cbd687c7-b00c-4ce8-a82e-1c3b8f2de021" providerId="AD" clId="Web-{9C924B1D-AF4B-CFF2-9D57-8918AF6D57DE}" dt="2026-04-15T06:52:27.078" v="485"/>
        <pc:sldMkLst>
          <pc:docMk/>
          <pc:sldMk cId="2236864200" sldId="523"/>
        </pc:sldMkLst>
        <pc:spChg chg="del">
          <ac:chgData name="오희주" userId="S::a091143@aivle.kt.co.kr::cbd687c7-b00c-4ce8-a82e-1c3b8f2de021" providerId="AD" clId="Web-{9C924B1D-AF4B-CFF2-9D57-8918AF6D57DE}" dt="2026-04-15T06:51:46.311" v="477"/>
          <ac:spMkLst>
            <pc:docMk/>
            <pc:sldMk cId="2236864200" sldId="523"/>
            <ac:spMk id="2" creationId="{5C3DD4DD-DD05-6A85-1D14-B84AD4267513}"/>
          </ac:spMkLst>
        </pc:spChg>
        <pc:spChg chg="del">
          <ac:chgData name="오희주" userId="S::a091143@aivle.kt.co.kr::cbd687c7-b00c-4ce8-a82e-1c3b8f2de021" providerId="AD" clId="Web-{9C924B1D-AF4B-CFF2-9D57-8918AF6D57DE}" dt="2026-04-15T06:51:42.857" v="476"/>
          <ac:spMkLst>
            <pc:docMk/>
            <pc:sldMk cId="2236864200" sldId="523"/>
            <ac:spMk id="3" creationId="{3D340DA0-EE8F-E5E7-34FF-07F47C6E6071}"/>
          </ac:spMkLst>
        </pc:spChg>
        <pc:spChg chg="del">
          <ac:chgData name="오희주" userId="S::a091143@aivle.kt.co.kr::cbd687c7-b00c-4ce8-a82e-1c3b8f2de021" providerId="AD" clId="Web-{9C924B1D-AF4B-CFF2-9D57-8918AF6D57DE}" dt="2026-04-15T06:52:02.514" v="481"/>
          <ac:spMkLst>
            <pc:docMk/>
            <pc:sldMk cId="2236864200" sldId="523"/>
            <ac:spMk id="4" creationId="{F09E378A-3B4C-FFBB-7C2B-3102815425DA}"/>
          </ac:spMkLst>
        </pc:spChg>
        <pc:spChg chg="add mod">
          <ac:chgData name="오희주" userId="S::a091143@aivle.kt.co.kr::cbd687c7-b00c-4ce8-a82e-1c3b8f2de021" providerId="AD" clId="Web-{9C924B1D-AF4B-CFF2-9D57-8918AF6D57DE}" dt="2026-04-15T06:51:47.295" v="478"/>
          <ac:spMkLst>
            <pc:docMk/>
            <pc:sldMk cId="2236864200" sldId="523"/>
            <ac:spMk id="6" creationId="{2C0819DD-F360-B8DD-CAA9-55C5B1D45EB0}"/>
          </ac:spMkLst>
        </pc:spChg>
        <pc:spChg chg="add del">
          <ac:chgData name="오희주" userId="S::a091143@aivle.kt.co.kr::cbd687c7-b00c-4ce8-a82e-1c3b8f2de021" providerId="AD" clId="Web-{9C924B1D-AF4B-CFF2-9D57-8918AF6D57DE}" dt="2026-04-15T06:51:58.702" v="480"/>
          <ac:spMkLst>
            <pc:docMk/>
            <pc:sldMk cId="2236864200" sldId="523"/>
            <ac:spMk id="8" creationId="{DE8DB7B3-9AE6-449C-2F55-4EF1164B1337}"/>
          </ac:spMkLst>
        </pc:spChg>
        <pc:spChg chg="add mod">
          <ac:chgData name="오희주" userId="S::a091143@aivle.kt.co.kr::cbd687c7-b00c-4ce8-a82e-1c3b8f2de021" providerId="AD" clId="Web-{9C924B1D-AF4B-CFF2-9D57-8918AF6D57DE}" dt="2026-04-15T06:52:18.234" v="484" actId="20577"/>
          <ac:spMkLst>
            <pc:docMk/>
            <pc:sldMk cId="2236864200" sldId="523"/>
            <ac:spMk id="10" creationId="{BBD9D104-765D-8CE4-8F9C-818154BC12F7}"/>
          </ac:spMkLst>
        </pc:spChg>
      </pc:sldChg>
    </pc:docChg>
  </pc:docChgLst>
  <pc:docChgLst>
    <pc:chgData name="조현우" userId="S::a091139@aivle.kt.co.kr::b69ae50d-8e56-431d-8358-08e60e3e1bf6" providerId="AD" clId="Web-{D3D0B190-8D2E-12AB-E7CF-6366F171D4BA}"/>
    <pc:docChg chg="modSld">
      <pc:chgData name="조현우" userId="S::a091139@aivle.kt.co.kr::b69ae50d-8e56-431d-8358-08e60e3e1bf6" providerId="AD" clId="Web-{D3D0B190-8D2E-12AB-E7CF-6366F171D4BA}" dt="2026-04-15T06:43:59.653" v="3"/>
      <pc:docMkLst>
        <pc:docMk/>
      </pc:docMkLst>
      <pc:sldChg chg="addSp modSp">
        <pc:chgData name="조현우" userId="S::a091139@aivle.kt.co.kr::b69ae50d-8e56-431d-8358-08e60e3e1bf6" providerId="AD" clId="Web-{D3D0B190-8D2E-12AB-E7CF-6366F171D4BA}" dt="2026-04-15T06:43:59.653" v="3"/>
        <pc:sldMkLst>
          <pc:docMk/>
          <pc:sldMk cId="1929451159" sldId="517"/>
        </pc:sldMkLst>
        <pc:graphicFrameChg chg="mod topLvl modGraphic">
          <ac:chgData name="조현우" userId="S::a091139@aivle.kt.co.kr::b69ae50d-8e56-431d-8358-08e60e3e1bf6" providerId="AD" clId="Web-{D3D0B190-8D2E-12AB-E7CF-6366F171D4BA}" dt="2026-04-15T06:43:59.653" v="3"/>
          <ac:graphicFrameMkLst>
            <pc:docMk/>
            <pc:sldMk cId="1929451159" sldId="517"/>
            <ac:graphicFrameMk id="6" creationId="{53F15598-3C93-D435-7AF6-177AAB7AF951}"/>
          </ac:graphicFrameMkLst>
        </pc:graphicFrameChg>
      </pc:sldChg>
    </pc:docChg>
  </pc:docChgLst>
  <pc:docChgLst>
    <pc:chgData name="오희주" userId="S::a091143@aivle.kt.co.kr::cbd687c7-b00c-4ce8-a82e-1c3b8f2de021" providerId="AD" clId="Web-{E3B3992E-2387-1F99-DE13-D64F2411957D}"/>
    <pc:docChg chg="modSld">
      <pc:chgData name="오희주" userId="S::a091143@aivle.kt.co.kr::cbd687c7-b00c-4ce8-a82e-1c3b8f2de021" providerId="AD" clId="Web-{E3B3992E-2387-1F99-DE13-D64F2411957D}" dt="2026-04-15T07:11:27.051" v="12" actId="1076"/>
      <pc:docMkLst>
        <pc:docMk/>
      </pc:docMkLst>
      <pc:sldChg chg="addSp delSp modSp">
        <pc:chgData name="오희주" userId="S::a091143@aivle.kt.co.kr::cbd687c7-b00c-4ce8-a82e-1c3b8f2de021" providerId="AD" clId="Web-{E3B3992E-2387-1F99-DE13-D64F2411957D}" dt="2026-04-15T07:11:27.051" v="12" actId="1076"/>
        <pc:sldMkLst>
          <pc:docMk/>
          <pc:sldMk cId="59696913" sldId="257"/>
        </pc:sldMkLst>
        <pc:spChg chg="add mod">
          <ac:chgData name="오희주" userId="S::a091143@aivle.kt.co.kr::cbd687c7-b00c-4ce8-a82e-1c3b8f2de021" providerId="AD" clId="Web-{E3B3992E-2387-1F99-DE13-D64F2411957D}" dt="2026-04-15T07:11:27.051" v="12" actId="1076"/>
          <ac:spMkLst>
            <pc:docMk/>
            <pc:sldMk cId="59696913" sldId="257"/>
            <ac:spMk id="3" creationId="{F6938FF2-00A9-1A0D-5DC0-7B449FB8D939}"/>
          </ac:spMkLst>
        </pc:spChg>
        <pc:spChg chg="del mod">
          <ac:chgData name="오희주" userId="S::a091143@aivle.kt.co.kr::cbd687c7-b00c-4ce8-a82e-1c3b8f2de021" providerId="AD" clId="Web-{E3B3992E-2387-1F99-DE13-D64F2411957D}" dt="2026-04-15T07:10:19.283" v="1"/>
          <ac:spMkLst>
            <pc:docMk/>
            <pc:sldMk cId="59696913" sldId="257"/>
            <ac:spMk id="17" creationId="{0C497153-B224-5E27-DE06-BF5E2EB79AA1}"/>
          </ac:spMkLst>
        </pc:spChg>
      </pc:sldChg>
    </pc:docChg>
  </pc:docChgLst>
  <pc:docChgLst>
    <pc:chgData clId="Web-{C49DB475-57B9-3B34-2873-83DAE3E2FBAF}"/>
    <pc:docChg chg="modSld">
      <pc:chgData name="" userId="" providerId="" clId="Web-{C49DB475-57B9-3B34-2873-83DAE3E2FBAF}" dt="2026-04-14T07:09:51.852" v="1" actId="20577"/>
      <pc:docMkLst>
        <pc:docMk/>
      </pc:docMkLst>
      <pc:sldChg chg="modSp">
        <pc:chgData name="" userId="" providerId="" clId="Web-{C49DB475-57B9-3B34-2873-83DAE3E2FBAF}" dt="2026-04-14T07:09:51.852" v="1" actId="20577"/>
        <pc:sldMkLst>
          <pc:docMk/>
          <pc:sldMk cId="1543165868" sldId="256"/>
        </pc:sldMkLst>
        <pc:spChg chg="mod">
          <ac:chgData name="" userId="" providerId="" clId="Web-{C49DB475-57B9-3B34-2873-83DAE3E2FBAF}" dt="2026-04-14T07:09:51.852" v="1" actId="20577"/>
          <ac:spMkLst>
            <pc:docMk/>
            <pc:sldMk cId="1543165868" sldId="256"/>
            <ac:spMk id="2" creationId="{ADAB525A-9D5B-7774-FD3B-6E86D7CC8EA8}"/>
          </ac:spMkLst>
        </pc:spChg>
      </pc:sldChg>
    </pc:docChg>
  </pc:docChgLst>
  <pc:docChgLst>
    <pc:chgData name="정무영" userId="S::a091119@aivle.kt.co.kr::3cb9bbca-1d25-4332-85bb-ae598138f8a0" providerId="AD" clId="Web-{983C6AD1-2371-BBAB-32EC-0B9434F31960}"/>
    <pc:docChg chg="modSld sldOrd">
      <pc:chgData name="정무영" userId="S::a091119@aivle.kt.co.kr::3cb9bbca-1d25-4332-85bb-ae598138f8a0" providerId="AD" clId="Web-{983C6AD1-2371-BBAB-32EC-0B9434F31960}" dt="2026-04-15T00:26:59.370" v="11"/>
      <pc:docMkLst>
        <pc:docMk/>
      </pc:docMkLst>
      <pc:sldChg chg="modSp">
        <pc:chgData name="정무영" userId="S::a091119@aivle.kt.co.kr::3cb9bbca-1d25-4332-85bb-ae598138f8a0" providerId="AD" clId="Web-{983C6AD1-2371-BBAB-32EC-0B9434F31960}" dt="2026-04-15T00:26:58.776" v="10" actId="20577"/>
        <pc:sldMkLst>
          <pc:docMk/>
          <pc:sldMk cId="1543165868" sldId="256"/>
        </pc:sldMkLst>
        <pc:spChg chg="mod">
          <ac:chgData name="정무영" userId="S::a091119@aivle.kt.co.kr::3cb9bbca-1d25-4332-85bb-ae598138f8a0" providerId="AD" clId="Web-{983C6AD1-2371-BBAB-32EC-0B9434F31960}" dt="2026-04-15T00:26:58.776" v="10" actId="20577"/>
          <ac:spMkLst>
            <pc:docMk/>
            <pc:sldMk cId="1543165868" sldId="256"/>
            <ac:spMk id="2" creationId="{ADAB525A-9D5B-7774-FD3B-6E86D7CC8EA8}"/>
          </ac:spMkLst>
        </pc:spChg>
        <pc:spChg chg="mod">
          <ac:chgData name="정무영" userId="S::a091119@aivle.kt.co.kr::3cb9bbca-1d25-4332-85bb-ae598138f8a0" providerId="AD" clId="Web-{983C6AD1-2371-BBAB-32EC-0B9434F31960}" dt="2026-04-15T00:26:49.432" v="7" actId="20577"/>
          <ac:spMkLst>
            <pc:docMk/>
            <pc:sldMk cId="1543165868" sldId="256"/>
            <ac:spMk id="4" creationId="{00000000-0000-0000-0000-000000000000}"/>
          </ac:spMkLst>
        </pc:spChg>
      </pc:sldChg>
      <pc:sldChg chg="ord">
        <pc:chgData name="정무영" userId="S::a091119@aivle.kt.co.kr::3cb9bbca-1d25-4332-85bb-ae598138f8a0" providerId="AD" clId="Web-{983C6AD1-2371-BBAB-32EC-0B9434F31960}" dt="2026-04-15T00:26:59.370" v="11"/>
        <pc:sldMkLst>
          <pc:docMk/>
          <pc:sldMk cId="361016816" sldId="514"/>
        </pc:sldMkLst>
      </pc:sldChg>
    </pc:docChg>
  </pc:docChgLst>
  <pc:docChgLst>
    <pc:chgData name="정무영" userId="S::a091119@aivle.kt.co.kr::3cb9bbca-1d25-4332-85bb-ae598138f8a0" providerId="AD" clId="Web-{A20BE28F-365A-B8F8-C1E5-8ADE4D424F66}"/>
    <pc:docChg chg="modSld">
      <pc:chgData name="정무영" userId="S::a091119@aivle.kt.co.kr::3cb9bbca-1d25-4332-85bb-ae598138f8a0" providerId="AD" clId="Web-{A20BE28F-365A-B8F8-C1E5-8ADE4D424F66}" dt="2026-04-14T07:10:00.178" v="0" actId="20577"/>
      <pc:docMkLst>
        <pc:docMk/>
      </pc:docMkLst>
      <pc:sldChg chg="modSp">
        <pc:chgData name="정무영" userId="S::a091119@aivle.kt.co.kr::3cb9bbca-1d25-4332-85bb-ae598138f8a0" providerId="AD" clId="Web-{A20BE28F-365A-B8F8-C1E5-8ADE4D424F66}" dt="2026-04-14T07:10:00.178" v="0" actId="20577"/>
        <pc:sldMkLst>
          <pc:docMk/>
          <pc:sldMk cId="3651737433" sldId="511"/>
        </pc:sldMkLst>
        <pc:spChg chg="mod">
          <ac:chgData name="정무영" userId="S::a091119@aivle.kt.co.kr::3cb9bbca-1d25-4332-85bb-ae598138f8a0" providerId="AD" clId="Web-{A20BE28F-365A-B8F8-C1E5-8ADE4D424F66}" dt="2026-04-14T07:10:00.178" v="0" actId="20577"/>
          <ac:spMkLst>
            <pc:docMk/>
            <pc:sldMk cId="3651737433" sldId="511"/>
            <ac:spMk id="5" creationId="{00000000-0000-0000-0000-000000000000}"/>
          </ac:spMkLst>
        </pc:spChg>
      </pc:sldChg>
    </pc:docChg>
  </pc:docChgLst>
  <pc:docChgLst>
    <pc:chgData name="정무영" userId="3cb9bbca-1d25-4332-85bb-ae598138f8a0" providerId="ADAL" clId="{F705C86D-AEDD-49BC-8731-454303F61970}"/>
    <pc:docChg chg="modSld">
      <pc:chgData name="정무영" userId="3cb9bbca-1d25-4332-85bb-ae598138f8a0" providerId="ADAL" clId="{F705C86D-AEDD-49BC-8731-454303F61970}" dt="2026-04-15T05:54:06.013" v="2"/>
      <pc:docMkLst>
        <pc:docMk/>
      </pc:docMkLst>
      <pc:sldChg chg="addSp delSp modSp">
        <pc:chgData name="정무영" userId="3cb9bbca-1d25-4332-85bb-ae598138f8a0" providerId="ADAL" clId="{F705C86D-AEDD-49BC-8731-454303F61970}" dt="2026-04-15T05:54:06.013" v="2"/>
        <pc:sldMkLst>
          <pc:docMk/>
          <pc:sldMk cId="382721037" sldId="521"/>
        </pc:sldMkLst>
        <pc:spChg chg="add del mod">
          <ac:chgData name="정무영" userId="3cb9bbca-1d25-4332-85bb-ae598138f8a0" providerId="ADAL" clId="{F705C86D-AEDD-49BC-8731-454303F61970}" dt="2026-04-15T05:54:02.257" v="1"/>
          <ac:spMkLst>
            <pc:docMk/>
            <pc:sldMk cId="382721037" sldId="521"/>
            <ac:spMk id="6" creationId="{303BEE2B-9900-4740-B1A9-89E6A87CFF56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8" creationId="{8D6FE70D-C501-4891-887F-98BE51A7956E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9" creationId="{C3C0D405-497E-40B6-942D-8351C8511ABE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0" creationId="{1B3B9968-3FC2-449E-98A1-43F9471135F2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1" creationId="{6C1D8BF9-EF4D-48C8-BEE8-D2D249777E32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2" creationId="{41DE5E6D-0754-4651-A166-B729BDCF2E16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3" creationId="{9C17B032-12D5-465D-A42A-756D26257037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5" creationId="{0C7F9DC1-CFE1-4358-B6AE-68EF9E0D7CB9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6" creationId="{1ECF243A-A49E-47AD-8E45-B3DFAFF9ABD6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19" creationId="{F2CB1111-ECDD-4D4B-83B7-83E9AED6EEBA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0" creationId="{CBB2A08D-7C64-4719-9810-0F53A5151A38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1" creationId="{599FA921-6F84-4C44-BB76-DAAEAD8B341D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2" creationId="{EE2AEEA4-C4CE-46A0-93E6-76C03BC48B14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3" creationId="{CDC562BC-EB9C-41F0-9392-0217FD2F9ED7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4" creationId="{797326A1-F78B-4EA7-9419-733CBA521C56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5" creationId="{C0CC48AA-3D63-4F3A-A9F0-F1DC87436287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7" creationId="{67955206-BE6D-40D1-BEA5-EC4D463CBC10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28" creationId="{947250BB-468F-445B-AD4D-B60A63B785C2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0" creationId="{84FD4A1D-E53F-48F6-A6B6-A63C8F2CA6A8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3" creationId="{3540F490-5AEF-49EB-939E-74B15C723D7D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4" creationId="{ECE3CB5B-9D7A-4CA0-986D-072B1AEDCBB3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5" creationId="{E7178624-6521-45B5-AE75-A70F51F47CB5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6" creationId="{BBDFB7BA-7131-4014-A48E-BDEFE620D90E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7" creationId="{5CAC5D3D-C9FF-4637-B2A8-143E925A87B2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8" creationId="{D59A35C4-F17B-496C-B012-6D36163F95DD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39" creationId="{D719CF5A-EA23-49ED-920B-51D6B958DBC5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41" creationId="{FD23BCEA-E269-4D13-9392-855C232D3597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42" creationId="{6CDCFEBB-C7A5-425C-B460-48F757EC79E3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45" creationId="{3466EF89-1407-454A-8570-258A19D47BF5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46" creationId="{5F9805DA-44EE-408C-91D1-CBFFEAD0D2A6}"/>
          </ac:spMkLst>
        </pc:spChg>
        <pc:spChg chg="mod">
          <ac:chgData name="정무영" userId="3cb9bbca-1d25-4332-85bb-ae598138f8a0" providerId="ADAL" clId="{F705C86D-AEDD-49BC-8731-454303F61970}" dt="2026-04-15T05:54:06.013" v="2"/>
          <ac:spMkLst>
            <pc:docMk/>
            <pc:sldMk cId="382721037" sldId="521"/>
            <ac:spMk id="48" creationId="{91859AE7-5475-4AB0-A70E-363886AAA8D3}"/>
          </ac:spMkLst>
        </pc:spChg>
        <pc:grpChg chg="add mod">
          <ac:chgData name="정무영" userId="3cb9bbca-1d25-4332-85bb-ae598138f8a0" providerId="ADAL" clId="{F705C86D-AEDD-49BC-8731-454303F61970}" dt="2026-04-15T05:54:06.013" v="2"/>
          <ac:grpSpMkLst>
            <pc:docMk/>
            <pc:sldMk cId="382721037" sldId="521"/>
            <ac:grpSpMk id="7" creationId="{72A40C59-26C9-4FA7-BD86-FC33855CB602}"/>
          </ac:grpSpMkLst>
        </pc:grpChg>
        <pc:grpChg chg="mod">
          <ac:chgData name="정무영" userId="3cb9bbca-1d25-4332-85bb-ae598138f8a0" providerId="ADAL" clId="{F705C86D-AEDD-49BC-8731-454303F61970}" dt="2026-04-15T05:54:06.013" v="2"/>
          <ac:grpSpMkLst>
            <pc:docMk/>
            <pc:sldMk cId="382721037" sldId="521"/>
            <ac:grpSpMk id="14" creationId="{1B8CEC9B-06F0-4286-A763-35FBCC9AB77D}"/>
          </ac:grpSpMkLst>
        </pc:grpChg>
        <pc:grpChg chg="mod">
          <ac:chgData name="정무영" userId="3cb9bbca-1d25-4332-85bb-ae598138f8a0" providerId="ADAL" clId="{F705C86D-AEDD-49BC-8731-454303F61970}" dt="2026-04-15T05:54:06.013" v="2"/>
          <ac:grpSpMkLst>
            <pc:docMk/>
            <pc:sldMk cId="382721037" sldId="521"/>
            <ac:grpSpMk id="32" creationId="{0BCF3FA2-4679-443E-A0B3-853C264F0222}"/>
          </ac:grpSpMkLst>
        </pc:grpChg>
        <pc:grpChg chg="mod">
          <ac:chgData name="정무영" userId="3cb9bbca-1d25-4332-85bb-ae598138f8a0" providerId="ADAL" clId="{F705C86D-AEDD-49BC-8731-454303F61970}" dt="2026-04-15T05:54:06.013" v="2"/>
          <ac:grpSpMkLst>
            <pc:docMk/>
            <pc:sldMk cId="382721037" sldId="521"/>
            <ac:grpSpMk id="40" creationId="{68A5879E-B6D3-4E2B-81B1-B0A6D78E1C58}"/>
          </ac:grpSpMkLst>
        </pc:grp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26" creationId="{9B16152E-46AE-4036-96BB-6EF011CB4D35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1" creationId="{F904FFE8-154B-4300-A89F-A0D5E5CA1ED6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2" creationId="{C3D26BA0-0880-4E31-BF97-170E5A32498D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3" creationId="{669653FD-0EAB-44D4-AA09-D84AA79B2292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4" creationId="{159B8D76-8FD2-41E4-923B-51F7027D7CA8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5" creationId="{07118697-3706-4F31-8B2B-33281591206B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6" creationId="{C45F2EBD-4613-4CE4-9F05-5CE6CA40FFD4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7" creationId="{92E739F8-8196-441B-98F6-94FBF90CACBD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8" creationId="{4B9D2DBF-8EDE-4E0C-BC01-D7DAD18112B4}"/>
          </ac:picMkLst>
        </pc:picChg>
        <pc:picChg chg="mod">
          <ac:chgData name="정무영" userId="3cb9bbca-1d25-4332-85bb-ae598138f8a0" providerId="ADAL" clId="{F705C86D-AEDD-49BC-8731-454303F61970}" dt="2026-04-15T05:54:06.013" v="2"/>
          <ac:picMkLst>
            <pc:docMk/>
            <pc:sldMk cId="382721037" sldId="521"/>
            <ac:picMk id="59" creationId="{161FE0CC-3801-457E-82D7-3C4E2AF04DD8}"/>
          </ac:picMkLst>
        </pc:pic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17" creationId="{E7A09721-A4FB-4E68-826F-909EC28C262E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18" creationId="{A544E6DD-40AF-4D7A-AF01-876CADCBE160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29" creationId="{1C2B95C0-8426-4829-961D-F21329A34A47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31" creationId="{E0D8CD0A-6E0D-4A6A-B2F0-CF020BFF65C0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43" creationId="{4DDB5BA1-AE8A-46D4-A83A-98532C4A375E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44" creationId="{BF36FCA5-2622-44F6-BC94-D7AA14CC3E65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47" creationId="{6790FF46-217A-45F6-8427-4D890B27F6FB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49" creationId="{84953973-2435-483A-8D39-593F5D6897DC}"/>
          </ac:cxnSpMkLst>
        </pc:cxnChg>
        <pc:cxnChg chg="mod">
          <ac:chgData name="정무영" userId="3cb9bbca-1d25-4332-85bb-ae598138f8a0" providerId="ADAL" clId="{F705C86D-AEDD-49BC-8731-454303F61970}" dt="2026-04-15T05:54:06.013" v="2"/>
          <ac:cxnSpMkLst>
            <pc:docMk/>
            <pc:sldMk cId="382721037" sldId="521"/>
            <ac:cxnSpMk id="50" creationId="{CB8BC916-9873-47C2-A77D-044AFDC218D5}"/>
          </ac:cxnSpMkLst>
        </pc:cxnChg>
      </pc:sldChg>
    </pc:docChg>
  </pc:docChgLst>
  <pc:docChgLst>
    <pc:chgData name="조현우" userId="S::a091139@aivle.kt.co.kr::b69ae50d-8e56-431d-8358-08e60e3e1bf6" providerId="AD" clId="Web-{C0A3CD46-C215-0C86-4BA6-61454C12C952}"/>
    <pc:docChg chg="delSld modSld sldOrd modSection">
      <pc:chgData name="조현우" userId="S::a091139@aivle.kt.co.kr::b69ae50d-8e56-431d-8358-08e60e3e1bf6" providerId="AD" clId="Web-{C0A3CD46-C215-0C86-4BA6-61454C12C952}" dt="2026-04-15T07:13:07.359" v="34"/>
      <pc:docMkLst>
        <pc:docMk/>
      </pc:docMkLst>
      <pc:sldChg chg="modSp ord">
        <pc:chgData name="조현우" userId="S::a091139@aivle.kt.co.kr::b69ae50d-8e56-431d-8358-08e60e3e1bf6" providerId="AD" clId="Web-{C0A3CD46-C215-0C86-4BA6-61454C12C952}" dt="2026-04-15T07:13:07.359" v="34"/>
        <pc:sldMkLst>
          <pc:docMk/>
          <pc:sldMk cId="721798544" sldId="399"/>
        </pc:sldMkLst>
        <pc:spChg chg="mod">
          <ac:chgData name="조현우" userId="S::a091139@aivle.kt.co.kr::b69ae50d-8e56-431d-8358-08e60e3e1bf6" providerId="AD" clId="Web-{C0A3CD46-C215-0C86-4BA6-61454C12C952}" dt="2026-04-15T07:12:26.874" v="26" actId="20577"/>
          <ac:spMkLst>
            <pc:docMk/>
            <pc:sldMk cId="721798544" sldId="399"/>
            <ac:spMk id="8" creationId="{2A0BE7A7-68D6-053E-0DD1-B0A5935D7350}"/>
          </ac:spMkLst>
        </pc:spChg>
        <pc:spChg chg="mod">
          <ac:chgData name="조현우" userId="S::a091139@aivle.kt.co.kr::b69ae50d-8e56-431d-8358-08e60e3e1bf6" providerId="AD" clId="Web-{C0A3CD46-C215-0C86-4BA6-61454C12C952}" dt="2026-04-15T07:12:35.030" v="29" actId="20577"/>
          <ac:spMkLst>
            <pc:docMk/>
            <pc:sldMk cId="721798544" sldId="399"/>
            <ac:spMk id="48" creationId="{41DE5E6D-0754-4651-A166-B729BDCF2E16}"/>
          </ac:spMkLst>
        </pc:spChg>
        <pc:spChg chg="mod">
          <ac:chgData name="조현우" userId="S::a091139@aivle.kt.co.kr::b69ae50d-8e56-431d-8358-08e60e3e1bf6" providerId="AD" clId="Web-{C0A3CD46-C215-0C86-4BA6-61454C12C952}" dt="2026-04-15T07:12:37.858" v="31" actId="20577"/>
          <ac:spMkLst>
            <pc:docMk/>
            <pc:sldMk cId="721798544" sldId="399"/>
            <ac:spMk id="52" creationId="{1ECF243A-A49E-47AD-8E45-B3DFAFF9ABD6}"/>
          </ac:spMkLst>
        </pc:spChg>
        <pc:spChg chg="mod">
          <ac:chgData name="조현우" userId="S::a091139@aivle.kt.co.kr::b69ae50d-8e56-431d-8358-08e60e3e1bf6" providerId="AD" clId="Web-{C0A3CD46-C215-0C86-4BA6-61454C12C952}" dt="2026-04-15T07:12:36.561" v="30" actId="20577"/>
          <ac:spMkLst>
            <pc:docMk/>
            <pc:sldMk cId="721798544" sldId="399"/>
            <ac:spMk id="56" creationId="{CBB2A08D-7C64-4719-9810-0F53A5151A38}"/>
          </ac:spMkLst>
        </pc:spChg>
        <pc:spChg chg="mod">
          <ac:chgData name="조현우" userId="S::a091139@aivle.kt.co.kr::b69ae50d-8e56-431d-8358-08e60e3e1bf6" providerId="AD" clId="Web-{C0A3CD46-C215-0C86-4BA6-61454C12C952}" dt="2026-04-15T07:12:44.108" v="33" actId="20577"/>
          <ac:spMkLst>
            <pc:docMk/>
            <pc:sldMk cId="721798544" sldId="399"/>
            <ac:spMk id="59" creationId="{CDC562BC-EB9C-41F0-9392-0217FD2F9ED7}"/>
          </ac:spMkLst>
        </pc:spChg>
        <pc:spChg chg="mod">
          <ac:chgData name="조현우" userId="S::a091139@aivle.kt.co.kr::b69ae50d-8e56-431d-8358-08e60e3e1bf6" providerId="AD" clId="Web-{C0A3CD46-C215-0C86-4BA6-61454C12C952}" dt="2026-04-15T07:12:21.952" v="22" actId="20577"/>
          <ac:spMkLst>
            <pc:docMk/>
            <pc:sldMk cId="721798544" sldId="399"/>
            <ac:spMk id="63" creationId="{67955206-BE6D-40D1-BEA5-EC4D463CBC10}"/>
          </ac:spMkLst>
        </pc:spChg>
        <pc:spChg chg="mod">
          <ac:chgData name="조현우" userId="S::a091139@aivle.kt.co.kr::b69ae50d-8e56-431d-8358-08e60e3e1bf6" providerId="AD" clId="Web-{C0A3CD46-C215-0C86-4BA6-61454C12C952}" dt="2026-04-15T07:12:23.389" v="23" actId="20577"/>
          <ac:spMkLst>
            <pc:docMk/>
            <pc:sldMk cId="721798544" sldId="399"/>
            <ac:spMk id="64" creationId="{947250BB-468F-445B-AD4D-B60A63B785C2}"/>
          </ac:spMkLst>
        </pc:spChg>
        <pc:spChg chg="mod">
          <ac:chgData name="조현우" userId="S::a091139@aivle.kt.co.kr::b69ae50d-8e56-431d-8358-08e60e3e1bf6" providerId="AD" clId="Web-{C0A3CD46-C215-0C86-4BA6-61454C12C952}" dt="2026-04-15T07:12:31.764" v="27" actId="20577"/>
          <ac:spMkLst>
            <pc:docMk/>
            <pc:sldMk cId="721798544" sldId="399"/>
            <ac:spMk id="74" creationId="{D59A35C4-F17B-496C-B012-6D36163F95DD}"/>
          </ac:spMkLst>
        </pc:spChg>
        <pc:spChg chg="mod">
          <ac:chgData name="조현우" userId="S::a091139@aivle.kt.co.kr::b69ae50d-8e56-431d-8358-08e60e3e1bf6" providerId="AD" clId="Web-{C0A3CD46-C215-0C86-4BA6-61454C12C952}" dt="2026-04-15T07:12:24.670" v="24" actId="20577"/>
          <ac:spMkLst>
            <pc:docMk/>
            <pc:sldMk cId="721798544" sldId="399"/>
            <ac:spMk id="78" creationId="{6CDCFEBB-C7A5-425C-B460-48F757EC79E3}"/>
          </ac:spMkLst>
        </pc:spChg>
        <pc:spChg chg="mod">
          <ac:chgData name="조현우" userId="S::a091139@aivle.kt.co.kr::b69ae50d-8e56-431d-8358-08e60e3e1bf6" providerId="AD" clId="Web-{C0A3CD46-C215-0C86-4BA6-61454C12C952}" dt="2026-04-15T07:12:25.858" v="25" actId="20577"/>
          <ac:spMkLst>
            <pc:docMk/>
            <pc:sldMk cId="721798544" sldId="399"/>
            <ac:spMk id="81" creationId="{3466EF89-1407-454A-8570-258A19D47BF5}"/>
          </ac:spMkLst>
        </pc:spChg>
        <pc:spChg chg="mod">
          <ac:chgData name="조현우" userId="S::a091139@aivle.kt.co.kr::b69ae50d-8e56-431d-8358-08e60e3e1bf6" providerId="AD" clId="Web-{C0A3CD46-C215-0C86-4BA6-61454C12C952}" dt="2026-04-15T07:12:33.546" v="28" actId="20577"/>
          <ac:spMkLst>
            <pc:docMk/>
            <pc:sldMk cId="721798544" sldId="399"/>
            <ac:spMk id="82" creationId="{5F9805DA-44EE-408C-91D1-CBFFEAD0D2A6}"/>
          </ac:spMkLst>
        </pc:spChg>
        <pc:spChg chg="mod">
          <ac:chgData name="조현우" userId="S::a091139@aivle.kt.co.kr::b69ae50d-8e56-431d-8358-08e60e3e1bf6" providerId="AD" clId="Web-{C0A3CD46-C215-0C86-4BA6-61454C12C952}" dt="2026-04-15T07:12:18.545" v="21" actId="20577"/>
          <ac:spMkLst>
            <pc:docMk/>
            <pc:sldMk cId="721798544" sldId="399"/>
            <ac:spMk id="84" creationId="{91859AE7-5475-4AB0-A70E-363886AAA8D3}"/>
          </ac:spMkLst>
        </pc:spChg>
      </pc:sldChg>
      <pc:sldChg chg="del">
        <pc:chgData name="조현우" userId="S::a091139@aivle.kt.co.kr::b69ae50d-8e56-431d-8358-08e60e3e1bf6" providerId="AD" clId="Web-{C0A3CD46-C215-0C86-4BA6-61454C12C952}" dt="2026-04-15T07:10:37.463" v="19"/>
        <pc:sldMkLst>
          <pc:docMk/>
          <pc:sldMk cId="361016816" sldId="514"/>
        </pc:sldMkLst>
      </pc:sldChg>
      <pc:sldChg chg="addSp modSp">
        <pc:chgData name="조현우" userId="S::a091139@aivle.kt.co.kr::b69ae50d-8e56-431d-8358-08e60e3e1bf6" providerId="AD" clId="Web-{C0A3CD46-C215-0C86-4BA6-61454C12C952}" dt="2026-04-15T07:10:52.761" v="20" actId="20577"/>
        <pc:sldMkLst>
          <pc:docMk/>
          <pc:sldMk cId="1929451159" sldId="517"/>
        </pc:sldMkLst>
        <pc:spChg chg="mod">
          <ac:chgData name="조현우" userId="S::a091139@aivle.kt.co.kr::b69ae50d-8e56-431d-8358-08e60e3e1bf6" providerId="AD" clId="Web-{C0A3CD46-C215-0C86-4BA6-61454C12C952}" dt="2026-04-15T07:10:52.761" v="20" actId="20577"/>
          <ac:spMkLst>
            <pc:docMk/>
            <pc:sldMk cId="1929451159" sldId="517"/>
            <ac:spMk id="8" creationId="{8E48227B-1155-D417-A33C-060C56ED9029}"/>
          </ac:spMkLst>
        </pc:spChg>
        <pc:graphicFrameChg chg="mod topLvl modGraphic">
          <ac:chgData name="조현우" userId="S::a091139@aivle.kt.co.kr::b69ae50d-8e56-431d-8358-08e60e3e1bf6" providerId="AD" clId="Web-{C0A3CD46-C215-0C86-4BA6-61454C12C952}" dt="2026-04-15T06:58:53.482" v="18"/>
          <ac:graphicFrameMkLst>
            <pc:docMk/>
            <pc:sldMk cId="1929451159" sldId="517"/>
            <ac:graphicFrameMk id="7" creationId="{D655425D-7251-47AA-856B-D8D2E63BC30C}"/>
          </ac:graphicFrameMkLst>
        </pc:graphicFrameChg>
      </pc:sldChg>
      <pc:sldChg chg="addSp modSp">
        <pc:chgData name="조현우" userId="S::a091139@aivle.kt.co.kr::b69ae50d-8e56-431d-8358-08e60e3e1bf6" providerId="AD" clId="Web-{C0A3CD46-C215-0C86-4BA6-61454C12C952}" dt="2026-04-15T06:52:15.308" v="4"/>
        <pc:sldMkLst>
          <pc:docMk/>
          <pc:sldMk cId="176259502" sldId="519"/>
        </pc:sldMkLst>
        <pc:graphicFrameChg chg="mod topLvl modGraphic">
          <ac:chgData name="조현우" userId="S::a091139@aivle.kt.co.kr::b69ae50d-8e56-431d-8358-08e60e3e1bf6" providerId="AD" clId="Web-{C0A3CD46-C215-0C86-4BA6-61454C12C952}" dt="2026-04-15T06:52:15.308" v="4"/>
          <ac:graphicFrameMkLst>
            <pc:docMk/>
            <pc:sldMk cId="176259502" sldId="519"/>
            <ac:graphicFrameMk id="7" creationId="{0F325FCE-86F8-6AEC-E425-C054B745A588}"/>
          </ac:graphicFrameMkLst>
        </pc:graphicFrameChg>
      </pc:sldChg>
    </pc:docChg>
  </pc:docChgLst>
  <pc:docChgLst>
    <pc:chgData name="오희주" userId="S::a091143@aivle.kt.co.kr::cbd687c7-b00c-4ce8-a82e-1c3b8f2de021" providerId="AD" clId="Web-{2000B1C3-E128-0725-B6B1-7D417BF76E05}"/>
    <pc:docChg chg="addSld delSld modSld modSection">
      <pc:chgData name="오희주" userId="S::a091143@aivle.kt.co.kr::cbd687c7-b00c-4ce8-a82e-1c3b8f2de021" providerId="AD" clId="Web-{2000B1C3-E128-0725-B6B1-7D417BF76E05}" dt="2026-04-14T07:58:39.763" v="361" actId="20577"/>
      <pc:docMkLst>
        <pc:docMk/>
      </pc:docMkLst>
      <pc:sldChg chg="modSp">
        <pc:chgData name="오희주" userId="S::a091143@aivle.kt.co.kr::cbd687c7-b00c-4ce8-a82e-1c3b8f2de021" providerId="AD" clId="Web-{2000B1C3-E128-0725-B6B1-7D417BF76E05}" dt="2026-04-14T07:26:27.395" v="49" actId="20577"/>
        <pc:sldMkLst>
          <pc:docMk/>
          <pc:sldMk cId="1543165868" sldId="256"/>
        </pc:sldMkLst>
        <pc:spChg chg="mod">
          <ac:chgData name="오희주" userId="S::a091143@aivle.kt.co.kr::cbd687c7-b00c-4ce8-a82e-1c3b8f2de021" providerId="AD" clId="Web-{2000B1C3-E128-0725-B6B1-7D417BF76E05}" dt="2026-04-14T07:26:27.395" v="49" actId="20577"/>
          <ac:spMkLst>
            <pc:docMk/>
            <pc:sldMk cId="1543165868" sldId="256"/>
            <ac:spMk id="2" creationId="{ADAB525A-9D5B-7774-FD3B-6E86D7CC8EA8}"/>
          </ac:spMkLst>
        </pc:spChg>
      </pc:sldChg>
      <pc:sldChg chg="modSp">
        <pc:chgData name="오희주" userId="S::a091143@aivle.kt.co.kr::cbd687c7-b00c-4ce8-a82e-1c3b8f2de021" providerId="AD" clId="Web-{2000B1C3-E128-0725-B6B1-7D417BF76E05}" dt="2026-04-14T07:36:27.377" v="51" actId="20577"/>
        <pc:sldMkLst>
          <pc:docMk/>
          <pc:sldMk cId="59696913" sldId="257"/>
        </pc:sldMkLst>
        <pc:spChg chg="mod">
          <ac:chgData name="오희주" userId="S::a091143@aivle.kt.co.kr::cbd687c7-b00c-4ce8-a82e-1c3b8f2de021" providerId="AD" clId="Web-{2000B1C3-E128-0725-B6B1-7D417BF76E05}" dt="2026-04-14T07:36:27.377" v="51" actId="20577"/>
          <ac:spMkLst>
            <pc:docMk/>
            <pc:sldMk cId="59696913" sldId="257"/>
            <ac:spMk id="10" creationId="{00000000-0000-0000-0000-000000000000}"/>
          </ac:spMkLst>
        </pc:spChg>
      </pc:sldChg>
      <pc:sldChg chg="new del">
        <pc:chgData name="오희주" userId="S::a091143@aivle.kt.co.kr::cbd687c7-b00c-4ce8-a82e-1c3b8f2de021" providerId="AD" clId="Web-{2000B1C3-E128-0725-B6B1-7D417BF76E05}" dt="2026-04-14T07:36:47.597" v="54"/>
        <pc:sldMkLst>
          <pc:docMk/>
          <pc:sldMk cId="1984410252" sldId="513"/>
        </pc:sldMkLst>
      </pc:sldChg>
      <pc:sldChg chg="addSp modSp new">
        <pc:chgData name="오희주" userId="S::a091143@aivle.kt.co.kr::cbd687c7-b00c-4ce8-a82e-1c3b8f2de021" providerId="AD" clId="Web-{2000B1C3-E128-0725-B6B1-7D417BF76E05}" dt="2026-04-14T07:58:39.763" v="361" actId="20577"/>
        <pc:sldMkLst>
          <pc:docMk/>
          <pc:sldMk cId="361016816" sldId="514"/>
        </pc:sldMkLst>
        <pc:spChg chg="add mod">
          <ac:chgData name="오희주" userId="S::a091143@aivle.kt.co.kr::cbd687c7-b00c-4ce8-a82e-1c3b8f2de021" providerId="AD" clId="Web-{2000B1C3-E128-0725-B6B1-7D417BF76E05}" dt="2026-04-14T07:58:39.763" v="361" actId="20577"/>
          <ac:spMkLst>
            <pc:docMk/>
            <pc:sldMk cId="361016816" sldId="514"/>
            <ac:spMk id="3" creationId="{6F865127-9E0C-B9EC-1AA7-8AC3BEF94499}"/>
          </ac:spMkLst>
        </pc:spChg>
      </pc:sldChg>
    </pc:docChg>
  </pc:docChgLst>
  <pc:docChgLst>
    <pc:chgData name="정민호" userId="S::a091280@aivle.kt.co.kr::2d9341a4-629e-4e85-a8aa-0bd305558b23" providerId="AD" clId="Web-{1A9122ED-6496-68EF-BB84-A93B4B0A2F1E}"/>
    <pc:docChg chg="modSld sldOrd">
      <pc:chgData name="정민호" userId="S::a091280@aivle.kt.co.kr::2d9341a4-629e-4e85-a8aa-0bd305558b23" providerId="AD" clId="Web-{1A9122ED-6496-68EF-BB84-A93B4B0A2F1E}" dt="2026-04-15T07:14:17.053" v="749"/>
      <pc:docMkLst>
        <pc:docMk/>
      </pc:docMkLst>
      <pc:sldChg chg="addSp delSp modSp">
        <pc:chgData name="정민호" userId="S::a091280@aivle.kt.co.kr::2d9341a4-629e-4e85-a8aa-0bd305558b23" providerId="AD" clId="Web-{1A9122ED-6496-68EF-BB84-A93B4B0A2F1E}" dt="2026-04-15T06:00:08.203" v="567" actId="20577"/>
        <pc:sldMkLst>
          <pc:docMk/>
          <pc:sldMk cId="59696913" sldId="257"/>
        </pc:sldMkLst>
        <pc:spChg chg="add del mod">
          <ac:chgData name="정민호" userId="S::a091280@aivle.kt.co.kr::2d9341a4-629e-4e85-a8aa-0bd305558b23" providerId="AD" clId="Web-{1A9122ED-6496-68EF-BB84-A93B4B0A2F1E}" dt="2026-04-15T05:27:53.762" v="30"/>
          <ac:spMkLst>
            <pc:docMk/>
            <pc:sldMk cId="59696913" sldId="257"/>
            <ac:spMk id="4" creationId="{EFB43CF5-26D8-59AD-F221-FF33040717AC}"/>
          </ac:spMkLst>
        </pc:spChg>
        <pc:spChg chg="mod">
          <ac:chgData name="정민호" userId="S::a091280@aivle.kt.co.kr::2d9341a4-629e-4e85-a8aa-0bd305558b23" providerId="AD" clId="Web-{1A9122ED-6496-68EF-BB84-A93B4B0A2F1E}" dt="2026-04-15T06:00:08.203" v="567" actId="20577"/>
          <ac:spMkLst>
            <pc:docMk/>
            <pc:sldMk cId="59696913" sldId="257"/>
            <ac:spMk id="9" creationId="{00000000-0000-0000-0000-000000000000}"/>
          </ac:spMkLst>
        </pc:spChg>
        <pc:spChg chg="del mod">
          <ac:chgData name="정민호" userId="S::a091280@aivle.kt.co.kr::2d9341a4-629e-4e85-a8aa-0bd305558b23" providerId="AD" clId="Web-{1A9122ED-6496-68EF-BB84-A93B4B0A2F1E}" dt="2026-04-15T05:27:45.542" v="29"/>
          <ac:spMkLst>
            <pc:docMk/>
            <pc:sldMk cId="59696913" sldId="257"/>
            <ac:spMk id="10" creationId="{00000000-0000-0000-0000-000000000000}"/>
          </ac:spMkLst>
        </pc:spChg>
      </pc:sldChg>
      <pc:sldChg chg="modSp">
        <pc:chgData name="정민호" userId="S::a091280@aivle.kt.co.kr::2d9341a4-629e-4e85-a8aa-0bd305558b23" providerId="AD" clId="Web-{1A9122ED-6496-68EF-BB84-A93B4B0A2F1E}" dt="2026-04-15T06:48:47.911" v="617" actId="1076"/>
        <pc:sldMkLst>
          <pc:docMk/>
          <pc:sldMk cId="3651737433" sldId="511"/>
        </pc:sldMkLst>
        <pc:spChg chg="mod">
          <ac:chgData name="정민호" userId="S::a091280@aivle.kt.co.kr::2d9341a4-629e-4e85-a8aa-0bd305558b23" providerId="AD" clId="Web-{1A9122ED-6496-68EF-BB84-A93B4B0A2F1E}" dt="2026-04-15T06:48:47.911" v="617" actId="1076"/>
          <ac:spMkLst>
            <pc:docMk/>
            <pc:sldMk cId="3651737433" sldId="511"/>
            <ac:spMk id="3" creationId="{6DB6BDAB-9283-AD94-0F74-AC1EB1DC5997}"/>
          </ac:spMkLst>
        </pc:spChg>
        <pc:spChg chg="mod">
          <ac:chgData name="정민호" userId="S::a091280@aivle.kt.co.kr::2d9341a4-629e-4e85-a8aa-0bd305558b23" providerId="AD" clId="Web-{1A9122ED-6496-68EF-BB84-A93B4B0A2F1E}" dt="2026-04-15T06:01:00.162" v="573" actId="1076"/>
          <ac:spMkLst>
            <pc:docMk/>
            <pc:sldMk cId="3651737433" sldId="511"/>
            <ac:spMk id="11" creationId="{B087D7BE-2C4C-E26F-D923-ABDEE6C42E1E}"/>
          </ac:spMkLst>
        </pc:spChg>
        <pc:spChg chg="mod">
          <ac:chgData name="정민호" userId="S::a091280@aivle.kt.co.kr::2d9341a4-629e-4e85-a8aa-0bd305558b23" providerId="AD" clId="Web-{1A9122ED-6496-68EF-BB84-A93B4B0A2F1E}" dt="2026-04-15T06:01:00.178" v="574" actId="1076"/>
          <ac:spMkLst>
            <pc:docMk/>
            <pc:sldMk cId="3651737433" sldId="511"/>
            <ac:spMk id="12" creationId="{14914C4E-01FC-C395-543E-895B072D798C}"/>
          </ac:spMkLst>
        </pc:spChg>
        <pc:spChg chg="mod">
          <ac:chgData name="정민호" userId="S::a091280@aivle.kt.co.kr::2d9341a4-629e-4e85-a8aa-0bd305558b23" providerId="AD" clId="Web-{1A9122ED-6496-68EF-BB84-A93B4B0A2F1E}" dt="2026-04-15T06:01:00.272" v="576" actId="1076"/>
          <ac:spMkLst>
            <pc:docMk/>
            <pc:sldMk cId="3651737433" sldId="511"/>
            <ac:spMk id="14" creationId="{F2D4584E-14FE-12FA-D9CC-EBF9D2DEC0B0}"/>
          </ac:spMkLst>
        </pc:spChg>
        <pc:spChg chg="mod">
          <ac:chgData name="정민호" userId="S::a091280@aivle.kt.co.kr::2d9341a4-629e-4e85-a8aa-0bd305558b23" providerId="AD" clId="Web-{1A9122ED-6496-68EF-BB84-A93B4B0A2F1E}" dt="2026-04-15T06:01:00.303" v="577" actId="1076"/>
          <ac:spMkLst>
            <pc:docMk/>
            <pc:sldMk cId="3651737433" sldId="511"/>
            <ac:spMk id="16" creationId="{D02455AD-08ED-63FF-9B5B-FF774BA11979}"/>
          </ac:spMkLst>
        </pc:spChg>
        <pc:spChg chg="mod">
          <ac:chgData name="정민호" userId="S::a091280@aivle.kt.co.kr::2d9341a4-629e-4e85-a8aa-0bd305558b23" providerId="AD" clId="Web-{1A9122ED-6496-68EF-BB84-A93B4B0A2F1E}" dt="2026-04-15T06:01:00.397" v="579" actId="1076"/>
          <ac:spMkLst>
            <pc:docMk/>
            <pc:sldMk cId="3651737433" sldId="511"/>
            <ac:spMk id="19" creationId="{90BD3B6D-1F91-1BA9-8081-8BC077DB2B4C}"/>
          </ac:spMkLst>
        </pc:spChg>
        <pc:picChg chg="mod">
          <ac:chgData name="정민호" userId="S::a091280@aivle.kt.co.kr::2d9341a4-629e-4e85-a8aa-0bd305558b23" providerId="AD" clId="Web-{1A9122ED-6496-68EF-BB84-A93B4B0A2F1E}" dt="2026-04-15T06:00:59.943" v="570" actId="1076"/>
          <ac:picMkLst>
            <pc:docMk/>
            <pc:sldMk cId="3651737433" sldId="511"/>
            <ac:picMk id="5" creationId="{A0C935BA-E7A9-1DC7-DE19-DE2BC598D24B}"/>
          </ac:picMkLst>
        </pc:picChg>
        <pc:picChg chg="mod">
          <ac:chgData name="정민호" userId="S::a091280@aivle.kt.co.kr::2d9341a4-629e-4e85-a8aa-0bd305558b23" providerId="AD" clId="Web-{1A9122ED-6496-68EF-BB84-A93B4B0A2F1E}" dt="2026-04-15T06:01:00.006" v="571" actId="1076"/>
          <ac:picMkLst>
            <pc:docMk/>
            <pc:sldMk cId="3651737433" sldId="511"/>
            <ac:picMk id="6" creationId="{F181CCCC-92D2-A2C1-99F0-A19CB27B5F13}"/>
          </ac:picMkLst>
        </pc:picChg>
        <pc:picChg chg="mod">
          <ac:chgData name="정민호" userId="S::a091280@aivle.kt.co.kr::2d9341a4-629e-4e85-a8aa-0bd305558b23" providerId="AD" clId="Web-{1A9122ED-6496-68EF-BB84-A93B4B0A2F1E}" dt="2026-04-15T06:01:00.100" v="572" actId="1076"/>
          <ac:picMkLst>
            <pc:docMk/>
            <pc:sldMk cId="3651737433" sldId="511"/>
            <ac:picMk id="10" creationId="{51C5D69A-7A69-3CD1-3FF5-782763393720}"/>
          </ac:picMkLst>
        </pc:picChg>
        <pc:picChg chg="mod">
          <ac:chgData name="정민호" userId="S::a091280@aivle.kt.co.kr::2d9341a4-629e-4e85-a8aa-0bd305558b23" providerId="AD" clId="Web-{1A9122ED-6496-68EF-BB84-A93B4B0A2F1E}" dt="2026-04-15T06:01:00.240" v="575" actId="1076"/>
          <ac:picMkLst>
            <pc:docMk/>
            <pc:sldMk cId="3651737433" sldId="511"/>
            <ac:picMk id="13" creationId="{01C5F202-1C7E-0576-3AA1-691A3E5E7B20}"/>
          </ac:picMkLst>
        </pc:picChg>
        <pc:picChg chg="mod">
          <ac:chgData name="정민호" userId="S::a091280@aivle.kt.co.kr::2d9341a4-629e-4e85-a8aa-0bd305558b23" providerId="AD" clId="Web-{1A9122ED-6496-68EF-BB84-A93B4B0A2F1E}" dt="2026-04-15T06:01:00.365" v="578" actId="1076"/>
          <ac:picMkLst>
            <pc:docMk/>
            <pc:sldMk cId="3651737433" sldId="511"/>
            <ac:picMk id="17" creationId="{D1065E65-7071-C0D3-83B5-84F0766A7257}"/>
          </ac:picMkLst>
        </pc:picChg>
      </pc:sldChg>
      <pc:sldChg chg="addSp modSp">
        <pc:chgData name="정민호" userId="S::a091280@aivle.kt.co.kr::2d9341a4-629e-4e85-a8aa-0bd305558b23" providerId="AD" clId="Web-{1A9122ED-6496-68EF-BB84-A93B4B0A2F1E}" dt="2026-04-15T07:06:08.124" v="705" actId="20577"/>
        <pc:sldMkLst>
          <pc:docMk/>
          <pc:sldMk cId="1929451159" sldId="517"/>
        </pc:sldMkLst>
        <pc:spChg chg="mod">
          <ac:chgData name="정민호" userId="S::a091280@aivle.kt.co.kr::2d9341a4-629e-4e85-a8aa-0bd305558b23" providerId="AD" clId="Web-{1A9122ED-6496-68EF-BB84-A93B4B0A2F1E}" dt="2026-04-15T07:06:08.124" v="705" actId="20577"/>
          <ac:spMkLst>
            <pc:docMk/>
            <pc:sldMk cId="1929451159" sldId="517"/>
            <ac:spMk id="5" creationId="{C381C108-05C7-E7C0-22E5-636E399BA11E}"/>
          </ac:spMkLst>
        </pc:spChg>
        <pc:graphicFrameChg chg="mod topLvl modGraphic">
          <ac:chgData name="정민호" userId="S::a091280@aivle.kt.co.kr::2d9341a4-629e-4e85-a8aa-0bd305558b23" providerId="AD" clId="Web-{1A9122ED-6496-68EF-BB84-A93B4B0A2F1E}" dt="2026-04-15T06:45:41.533" v="613"/>
          <ac:graphicFrameMkLst>
            <pc:docMk/>
            <pc:sldMk cId="1929451159" sldId="517"/>
            <ac:graphicFrameMk id="6" creationId="{53F15598-3C93-D435-7AF6-177AAB7AF951}"/>
          </ac:graphicFrameMkLst>
        </pc:graphicFrameChg>
      </pc:sldChg>
      <pc:sldChg chg="addSp modSp">
        <pc:chgData name="정민호" userId="S::a091280@aivle.kt.co.kr::2d9341a4-629e-4e85-a8aa-0bd305558b23" providerId="AD" clId="Web-{1A9122ED-6496-68EF-BB84-A93B4B0A2F1E}" dt="2026-04-15T07:09:00.817" v="745" actId="20577"/>
        <pc:sldMkLst>
          <pc:docMk/>
          <pc:sldMk cId="176259502" sldId="519"/>
        </pc:sldMkLst>
        <pc:spChg chg="mod">
          <ac:chgData name="정민호" userId="S::a091280@aivle.kt.co.kr::2d9341a4-629e-4e85-a8aa-0bd305558b23" providerId="AD" clId="Web-{1A9122ED-6496-68EF-BB84-A93B4B0A2F1E}" dt="2026-04-15T07:09:00.817" v="745" actId="20577"/>
          <ac:spMkLst>
            <pc:docMk/>
            <pc:sldMk cId="176259502" sldId="519"/>
            <ac:spMk id="5" creationId="{0D299F61-7FA3-BF83-85FE-E417A25020B0}"/>
          </ac:spMkLst>
        </pc:spChg>
        <pc:spChg chg="mod">
          <ac:chgData name="정민호" userId="S::a091280@aivle.kt.co.kr::2d9341a4-629e-4e85-a8aa-0bd305558b23" providerId="AD" clId="Web-{1A9122ED-6496-68EF-BB84-A93B4B0A2F1E}" dt="2026-04-15T06:10:11.471" v="609" actId="1076"/>
          <ac:spMkLst>
            <pc:docMk/>
            <pc:sldMk cId="176259502" sldId="519"/>
            <ac:spMk id="7" creationId="{D995C291-53B2-3B3D-14A5-5AE7C5166016}"/>
          </ac:spMkLst>
        </pc:spChg>
        <pc:graphicFrameChg chg="add mod modGraphic">
          <ac:chgData name="정민호" userId="S::a091280@aivle.kt.co.kr::2d9341a4-629e-4e85-a8aa-0bd305558b23" providerId="AD" clId="Web-{1A9122ED-6496-68EF-BB84-A93B4B0A2F1E}" dt="2026-04-15T07:06:45.468" v="728"/>
          <ac:graphicFrameMkLst>
            <pc:docMk/>
            <pc:sldMk cId="176259502" sldId="519"/>
            <ac:graphicFrameMk id="3" creationId="{0A363170-34DB-AD98-3F9F-5E4119889B5D}"/>
          </ac:graphicFrameMkLst>
        </pc:graphicFrameChg>
      </pc:sldChg>
      <pc:sldChg chg="addSp delSp modSp">
        <pc:chgData name="정민호" userId="S::a091280@aivle.kt.co.kr::2d9341a4-629e-4e85-a8aa-0bd305558b23" providerId="AD" clId="Web-{1A9122ED-6496-68EF-BB84-A93B4B0A2F1E}" dt="2026-04-15T07:12:07.189" v="748" actId="20577"/>
        <pc:sldMkLst>
          <pc:docMk/>
          <pc:sldMk cId="382721037" sldId="521"/>
        </pc:sldMkLst>
        <pc:spChg chg="add del mod">
          <ac:chgData name="정민호" userId="S::a091280@aivle.kt.co.kr::2d9341a4-629e-4e85-a8aa-0bd305558b23" providerId="AD" clId="Web-{1A9122ED-6496-68EF-BB84-A93B4B0A2F1E}" dt="2026-04-15T06:57:03.968" v="682"/>
          <ac:spMkLst>
            <pc:docMk/>
            <pc:sldMk cId="382721037" sldId="521"/>
            <ac:spMk id="3" creationId="{E33DE81C-E2F4-3A3C-FF34-198C75BB309A}"/>
          </ac:spMkLst>
        </pc:spChg>
        <pc:spChg chg="mod">
          <ac:chgData name="정민호" userId="S::a091280@aivle.kt.co.kr::2d9341a4-629e-4e85-a8aa-0bd305558b23" providerId="AD" clId="Web-{1A9122ED-6496-68EF-BB84-A93B4B0A2F1E}" dt="2026-04-15T07:12:07.189" v="748" actId="20577"/>
          <ac:spMkLst>
            <pc:docMk/>
            <pc:sldMk cId="382721037" sldId="521"/>
            <ac:spMk id="6" creationId="{CBA177C3-6C19-EA36-C9E6-22B9F40B20AB}"/>
          </ac:spMkLst>
        </pc:spChg>
        <pc:spChg chg="mod">
          <ac:chgData name="정민호" userId="S::a091280@aivle.kt.co.kr::2d9341a4-629e-4e85-a8aa-0bd305558b23" providerId="AD" clId="Web-{1A9122ED-6496-68EF-BB84-A93B4B0A2F1E}" dt="2026-04-15T07:07:26.750" v="743" actId="20577"/>
          <ac:spMkLst>
            <pc:docMk/>
            <pc:sldMk cId="382721037" sldId="521"/>
            <ac:spMk id="62" creationId="{9FEA339E-C141-4C01-536D-5CFD12EDCB7F}"/>
          </ac:spMkLst>
        </pc:spChg>
        <pc:spChg chg="add del mod">
          <ac:chgData name="정민호" userId="S::a091280@aivle.kt.co.kr::2d9341a4-629e-4e85-a8aa-0bd305558b23" providerId="AD" clId="Web-{1A9122ED-6496-68EF-BB84-A93B4B0A2F1E}" dt="2026-04-15T06:58:06.971" v="692" actId="1076"/>
          <ac:spMkLst>
            <pc:docMk/>
            <pc:sldMk cId="382721037" sldId="521"/>
            <ac:spMk id="63" creationId="{A1113F68-AE3F-16C3-6F2D-A9D5E32BD256}"/>
          </ac:spMkLst>
        </pc:spChg>
      </pc:sldChg>
      <pc:sldChg chg="modSp ord">
        <pc:chgData name="정민호" userId="S::a091280@aivle.kt.co.kr::2d9341a4-629e-4e85-a8aa-0bd305558b23" providerId="AD" clId="Web-{1A9122ED-6496-68EF-BB84-A93B4B0A2F1E}" dt="2026-04-15T07:14:17.053" v="749"/>
        <pc:sldMkLst>
          <pc:docMk/>
          <pc:sldMk cId="624696174" sldId="522"/>
        </pc:sldMkLst>
        <pc:spChg chg="mod">
          <ac:chgData name="정민호" userId="S::a091280@aivle.kt.co.kr::2d9341a4-629e-4e85-a8aa-0bd305558b23" providerId="AD" clId="Web-{1A9122ED-6496-68EF-BB84-A93B4B0A2F1E}" dt="2026-04-15T06:49:57.975" v="623" actId="20577"/>
          <ac:spMkLst>
            <pc:docMk/>
            <pc:sldMk cId="624696174" sldId="522"/>
            <ac:spMk id="4" creationId="{DAF91E11-FECC-7133-8537-76907778E6A4}"/>
          </ac:spMkLst>
        </pc:spChg>
        <pc:picChg chg="mod">
          <ac:chgData name="정민호" userId="S::a091280@aivle.kt.co.kr::2d9341a4-629e-4e85-a8aa-0bd305558b23" providerId="AD" clId="Web-{1A9122ED-6496-68EF-BB84-A93B4B0A2F1E}" dt="2026-04-15T07:14:17.053" v="749"/>
          <ac:picMkLst>
            <pc:docMk/>
            <pc:sldMk cId="624696174" sldId="522"/>
            <ac:picMk id="7" creationId="{C6FD0EEB-8DBA-A6C8-4A4C-1D7E17C4221C}"/>
          </ac:picMkLst>
        </pc:picChg>
      </pc:sldChg>
    </pc:docChg>
  </pc:docChgLst>
  <pc:docChgLst>
    <pc:chgData name="유지은" userId="S::a091097@aivle.kt.co.kr::8f3e2d22-3334-4eb0-a8a0-56abb80ee52e" providerId="AD" clId="Web-{92D06378-6553-D5D0-56F7-404565AA2806}"/>
    <pc:docChg chg="modSld">
      <pc:chgData name="유지은" userId="S::a091097@aivle.kt.co.kr::8f3e2d22-3334-4eb0-a8a0-56abb80ee52e" providerId="AD" clId="Web-{92D06378-6553-D5D0-56F7-404565AA2806}" dt="2026-04-15T07:02:03.203" v="556" actId="20577"/>
      <pc:docMkLst>
        <pc:docMk/>
      </pc:docMkLst>
      <pc:sldChg chg="modSp">
        <pc:chgData name="유지은" userId="S::a091097@aivle.kt.co.kr::8f3e2d22-3334-4eb0-a8a0-56abb80ee52e" providerId="AD" clId="Web-{92D06378-6553-D5D0-56F7-404565AA2806}" dt="2026-04-15T06:15:09.053" v="66" actId="20577"/>
        <pc:sldMkLst>
          <pc:docMk/>
          <pc:sldMk cId="2832051812" sldId="512"/>
        </pc:sldMkLst>
        <pc:spChg chg="mod">
          <ac:chgData name="유지은" userId="S::a091097@aivle.kt.co.kr::8f3e2d22-3334-4eb0-a8a0-56abb80ee52e" providerId="AD" clId="Web-{92D06378-6553-D5D0-56F7-404565AA2806}" dt="2026-04-15T05:52:14.335" v="63" actId="20577"/>
          <ac:spMkLst>
            <pc:docMk/>
            <pc:sldMk cId="2832051812" sldId="512"/>
            <ac:spMk id="5" creationId="{00000000-0000-0000-0000-000000000000}"/>
          </ac:spMkLst>
        </pc:spChg>
        <pc:spChg chg="mod">
          <ac:chgData name="유지은" userId="S::a091097@aivle.kt.co.kr::8f3e2d22-3334-4eb0-a8a0-56abb80ee52e" providerId="AD" clId="Web-{92D06378-6553-D5D0-56F7-404565AA2806}" dt="2026-04-15T06:15:09.053" v="66" actId="20577"/>
          <ac:spMkLst>
            <pc:docMk/>
            <pc:sldMk cId="2832051812" sldId="512"/>
            <ac:spMk id="6" creationId="{F6803287-E547-A698-9D8C-48AFB703BBFE}"/>
          </ac:spMkLst>
        </pc:spChg>
        <pc:spChg chg="mod">
          <ac:chgData name="유지은" userId="S::a091097@aivle.kt.co.kr::8f3e2d22-3334-4eb0-a8a0-56abb80ee52e" providerId="AD" clId="Web-{92D06378-6553-D5D0-56F7-404565AA2806}" dt="2026-04-15T05:47:29.864" v="27" actId="20577"/>
          <ac:spMkLst>
            <pc:docMk/>
            <pc:sldMk cId="2832051812" sldId="512"/>
            <ac:spMk id="8" creationId="{00000000-0000-0000-0000-000000000000}"/>
          </ac:spMkLst>
        </pc:spChg>
      </pc:sldChg>
      <pc:sldChg chg="addSp delSp modSp">
        <pc:chgData name="유지은" userId="S::a091097@aivle.kt.co.kr::8f3e2d22-3334-4eb0-a8a0-56abb80ee52e" providerId="AD" clId="Web-{92D06378-6553-D5D0-56F7-404565AA2806}" dt="2026-04-15T05:51:38.286" v="37" actId="20577"/>
        <pc:sldMkLst>
          <pc:docMk/>
          <pc:sldMk cId="1929451159" sldId="517"/>
        </pc:sldMkLst>
        <pc:spChg chg="mod">
          <ac:chgData name="유지은" userId="S::a091097@aivle.kt.co.kr::8f3e2d22-3334-4eb0-a8a0-56abb80ee52e" providerId="AD" clId="Web-{92D06378-6553-D5D0-56F7-404565AA2806}" dt="2026-04-15T05:47:04.988" v="17" actId="20577"/>
          <ac:spMkLst>
            <pc:docMk/>
            <pc:sldMk cId="1929451159" sldId="517"/>
            <ac:spMk id="5" creationId="{C381C108-05C7-E7C0-22E5-636E399BA11E}"/>
          </ac:spMkLst>
        </pc:spChg>
        <pc:spChg chg="add del mod">
          <ac:chgData name="유지은" userId="S::a091097@aivle.kt.co.kr::8f3e2d22-3334-4eb0-a8a0-56abb80ee52e" providerId="AD" clId="Web-{92D06378-6553-D5D0-56F7-404565AA2806}" dt="2026-04-15T05:51:38.286" v="37" actId="20577"/>
          <ac:spMkLst>
            <pc:docMk/>
            <pc:sldMk cId="1929451159" sldId="517"/>
            <ac:spMk id="8" creationId="{8E48227B-1155-D417-A33C-060C56ED9029}"/>
          </ac:spMkLst>
        </pc:spChg>
        <pc:graphicFrameChg chg="add mod topLvl modGraphic">
          <ac:chgData name="유지은" userId="S::a091097@aivle.kt.co.kr::8f3e2d22-3334-4eb0-a8a0-56abb80ee52e" providerId="AD" clId="Web-{92D06378-6553-D5D0-56F7-404565AA2806}" dt="2026-04-15T05:51:34.895" v="36" actId="1076"/>
          <ac:graphicFrameMkLst>
            <pc:docMk/>
            <pc:sldMk cId="1929451159" sldId="517"/>
            <ac:graphicFrameMk id="3" creationId="{9E027D3C-5EB8-EA25-1D98-861FC713E47F}"/>
          </ac:graphicFrameMkLst>
        </pc:graphicFrameChg>
      </pc:sldChg>
      <pc:sldChg chg="addSp delSp modSp">
        <pc:chgData name="유지은" userId="S::a091097@aivle.kt.co.kr::8f3e2d22-3334-4eb0-a8a0-56abb80ee52e" providerId="AD" clId="Web-{92D06378-6553-D5D0-56F7-404565AA2806}" dt="2026-04-15T06:34:44.598" v="189" actId="1076"/>
        <pc:sldMkLst>
          <pc:docMk/>
          <pc:sldMk cId="3781130378" sldId="520"/>
        </pc:sldMkLst>
        <pc:spChg chg="del">
          <ac:chgData name="유지은" userId="S::a091097@aivle.kt.co.kr::8f3e2d22-3334-4eb0-a8a0-56abb80ee52e" providerId="AD" clId="Web-{92D06378-6553-D5D0-56F7-404565AA2806}" dt="2026-04-15T06:32:15.267" v="154"/>
          <ac:spMkLst>
            <pc:docMk/>
            <pc:sldMk cId="3781130378" sldId="520"/>
            <ac:spMk id="5" creationId="{00000000-0000-0000-0000-000000000000}"/>
          </ac:spMkLst>
        </pc:spChg>
        <pc:spChg chg="del mod">
          <ac:chgData name="유지은" userId="S::a091097@aivle.kt.co.kr::8f3e2d22-3334-4eb0-a8a0-56abb80ee52e" providerId="AD" clId="Web-{92D06378-6553-D5D0-56F7-404565AA2806}" dt="2026-04-15T06:32:15.110" v="152"/>
          <ac:spMkLst>
            <pc:docMk/>
            <pc:sldMk cId="3781130378" sldId="520"/>
            <ac:spMk id="6" creationId="{404621DA-A66E-9ADC-9B31-C64A306B7E29}"/>
          </ac:spMkLst>
        </pc:spChg>
        <pc:spChg chg="del mod">
          <ac:chgData name="유지은" userId="S::a091097@aivle.kt.co.kr::8f3e2d22-3334-4eb0-a8a0-56abb80ee52e" providerId="AD" clId="Web-{92D06378-6553-D5D0-56F7-404565AA2806}" dt="2026-04-15T06:32:15.110" v="151"/>
          <ac:spMkLst>
            <pc:docMk/>
            <pc:sldMk cId="3781130378" sldId="520"/>
            <ac:spMk id="8" creationId="{B7CEB128-420A-3A19-4253-721BC8A771E2}"/>
          </ac:spMkLst>
        </pc:spChg>
        <pc:spChg chg="add del mod">
          <ac:chgData name="유지은" userId="S::a091097@aivle.kt.co.kr::8f3e2d22-3334-4eb0-a8a0-56abb80ee52e" providerId="AD" clId="Web-{92D06378-6553-D5D0-56F7-404565AA2806}" dt="2026-04-15T06:32:15.110" v="150"/>
          <ac:spMkLst>
            <pc:docMk/>
            <pc:sldMk cId="3781130378" sldId="520"/>
            <ac:spMk id="11" creationId="{B1ECD475-AA11-390A-5A8C-23DBA70822F7}"/>
          </ac:spMkLst>
        </pc:spChg>
        <pc:spChg chg="add mod">
          <ac:chgData name="유지은" userId="S::a091097@aivle.kt.co.kr::8f3e2d22-3334-4eb0-a8a0-56abb80ee52e" providerId="AD" clId="Web-{92D06378-6553-D5D0-56F7-404565AA2806}" dt="2026-04-15T06:34:44.598" v="189" actId="1076"/>
          <ac:spMkLst>
            <pc:docMk/>
            <pc:sldMk cId="3781130378" sldId="520"/>
            <ac:spMk id="13" creationId="{22DDF4BF-9430-6AC5-41DE-7862909576FF}"/>
          </ac:spMkLst>
        </pc:spChg>
        <pc:spChg chg="add del mod">
          <ac:chgData name="유지은" userId="S::a091097@aivle.kt.co.kr::8f3e2d22-3334-4eb0-a8a0-56abb80ee52e" providerId="AD" clId="Web-{92D06378-6553-D5D0-56F7-404565AA2806}" dt="2026-04-15T06:32:23.954" v="156"/>
          <ac:spMkLst>
            <pc:docMk/>
            <pc:sldMk cId="3781130378" sldId="520"/>
            <ac:spMk id="15" creationId="{CA582529-9C52-7C61-E160-7666E4708886}"/>
          </ac:spMkLst>
        </pc:spChg>
        <pc:picChg chg="add del mod">
          <ac:chgData name="유지은" userId="S::a091097@aivle.kt.co.kr::8f3e2d22-3334-4eb0-a8a0-56abb80ee52e" providerId="AD" clId="Web-{92D06378-6553-D5D0-56F7-404565AA2806}" dt="2026-04-15T06:29:18.682" v="105"/>
          <ac:picMkLst>
            <pc:docMk/>
            <pc:sldMk cId="3781130378" sldId="520"/>
            <ac:picMk id="3" creationId="{4041D62F-78D9-56AB-A6E2-9809BF99B674}"/>
          </ac:picMkLst>
        </pc:picChg>
        <pc:picChg chg="del mod">
          <ac:chgData name="유지은" userId="S::a091097@aivle.kt.co.kr::8f3e2d22-3334-4eb0-a8a0-56abb80ee52e" providerId="AD" clId="Web-{92D06378-6553-D5D0-56F7-404565AA2806}" dt="2026-04-15T06:32:15.110" v="153"/>
          <ac:picMkLst>
            <pc:docMk/>
            <pc:sldMk cId="3781130378" sldId="520"/>
            <ac:picMk id="10" creationId="{E68E1AB4-F36E-5169-A504-2BD5E7A70F7F}"/>
          </ac:picMkLst>
        </pc:picChg>
        <pc:picChg chg="del mod">
          <ac:chgData name="유지은" userId="S::a091097@aivle.kt.co.kr::8f3e2d22-3334-4eb0-a8a0-56abb80ee52e" providerId="AD" clId="Web-{92D06378-6553-D5D0-56F7-404565AA2806}" dt="2026-04-15T06:30:20.982" v="140"/>
          <ac:picMkLst>
            <pc:docMk/>
            <pc:sldMk cId="3781130378" sldId="520"/>
            <ac:picMk id="12" creationId="{76852C04-5191-A9E6-EC63-5CAF98C31974}"/>
          </ac:picMkLst>
        </pc:picChg>
      </pc:sldChg>
      <pc:sldChg chg="addSp delSp modSp">
        <pc:chgData name="유지은" userId="S::a091097@aivle.kt.co.kr::8f3e2d22-3334-4eb0-a8a0-56abb80ee52e" providerId="AD" clId="Web-{92D06378-6553-D5D0-56F7-404565AA2806}" dt="2026-04-15T07:02:03.203" v="556" actId="20577"/>
        <pc:sldMkLst>
          <pc:docMk/>
          <pc:sldMk cId="382721037" sldId="521"/>
        </pc:sldMkLst>
        <pc:spChg chg="mod">
          <ac:chgData name="유지은" userId="S::a091097@aivle.kt.co.kr::8f3e2d22-3334-4eb0-a8a0-56abb80ee52e" providerId="AD" clId="Web-{92D06378-6553-D5D0-56F7-404565AA2806}" dt="2026-04-15T06:46:03.303" v="275" actId="20577"/>
          <ac:spMkLst>
            <pc:docMk/>
            <pc:sldMk cId="382721037" sldId="521"/>
            <ac:spMk id="3" creationId="{E33DE81C-E2F4-3A3C-FF34-198C75BB309A}"/>
          </ac:spMkLst>
        </pc:spChg>
        <pc:spChg chg="add mod">
          <ac:chgData name="유지은" userId="S::a091097@aivle.kt.co.kr::8f3e2d22-3334-4eb0-a8a0-56abb80ee52e" providerId="AD" clId="Web-{92D06378-6553-D5D0-56F7-404565AA2806}" dt="2026-04-15T06:43:36.404" v="198" actId="1076"/>
          <ac:spMkLst>
            <pc:docMk/>
            <pc:sldMk cId="382721037" sldId="521"/>
            <ac:spMk id="4" creationId="{19116AC8-6B2D-0B46-67A8-B07D34C4F018}"/>
          </ac:spMkLst>
        </pc:spChg>
        <pc:spChg chg="add mod">
          <ac:chgData name="유지은" userId="S::a091097@aivle.kt.co.kr::8f3e2d22-3334-4eb0-a8a0-56abb80ee52e" providerId="AD" clId="Web-{92D06378-6553-D5D0-56F7-404565AA2806}" dt="2026-04-15T06:59:41.896" v="509" actId="1076"/>
          <ac:spMkLst>
            <pc:docMk/>
            <pc:sldMk cId="382721037" sldId="521"/>
            <ac:spMk id="6" creationId="{CBA177C3-6C19-EA36-C9E6-22B9F40B20AB}"/>
          </ac:spMkLst>
        </pc:spChg>
        <pc:spChg chg="add del mod">
          <ac:chgData name="유지은" userId="S::a091097@aivle.kt.co.kr::8f3e2d22-3334-4eb0-a8a0-56abb80ee52e" providerId="AD" clId="Web-{92D06378-6553-D5D0-56F7-404565AA2806}" dt="2026-04-15T06:50:11.687" v="290"/>
          <ac:spMkLst>
            <pc:docMk/>
            <pc:sldMk cId="382721037" sldId="521"/>
            <ac:spMk id="60" creationId="{A1BC67DD-8E11-21A0-F863-3695BD6B55DA}"/>
          </ac:spMkLst>
        </pc:spChg>
        <pc:spChg chg="add del mod">
          <ac:chgData name="유지은" userId="S::a091097@aivle.kt.co.kr::8f3e2d22-3334-4eb0-a8a0-56abb80ee52e" providerId="AD" clId="Web-{92D06378-6553-D5D0-56F7-404565AA2806}" dt="2026-04-15T06:52:15.440" v="361"/>
          <ac:spMkLst>
            <pc:docMk/>
            <pc:sldMk cId="382721037" sldId="521"/>
            <ac:spMk id="61" creationId="{44B7DBA1-3FE8-8DCF-C9F7-953F0A22BD16}"/>
          </ac:spMkLst>
        </pc:spChg>
        <pc:spChg chg="add mod">
          <ac:chgData name="유지은" userId="S::a091097@aivle.kt.co.kr::8f3e2d22-3334-4eb0-a8a0-56abb80ee52e" providerId="AD" clId="Web-{92D06378-6553-D5D0-56F7-404565AA2806}" dt="2026-04-15T07:02:03.203" v="556" actId="20577"/>
          <ac:spMkLst>
            <pc:docMk/>
            <pc:sldMk cId="382721037" sldId="521"/>
            <ac:spMk id="62" creationId="{9FEA339E-C141-4C01-536D-5CFD12EDCB7F}"/>
          </ac:spMkLst>
        </pc:spChg>
      </pc:sldChg>
    </pc:docChg>
  </pc:docChgLst>
  <pc:docChgLst>
    <pc:chgData name="유지은" userId="S::a091097@aivle.kt.co.kr::8f3e2d22-3334-4eb0-a8a0-56abb80ee52e" providerId="AD" clId="Web-{4A195569-D079-389B-9F2F-7F46BB4FB3E6}"/>
    <pc:docChg chg="addSld delSld modSld modSection">
      <pc:chgData name="유지은" userId="S::a091097@aivle.kt.co.kr::8f3e2d22-3334-4eb0-a8a0-56abb80ee52e" providerId="AD" clId="Web-{4A195569-D079-389B-9F2F-7F46BB4FB3E6}" dt="2026-04-15T05:42:28.703" v="262" actId="20577"/>
      <pc:docMkLst>
        <pc:docMk/>
      </pc:docMkLst>
      <pc:sldChg chg="addSp delSp modSp del">
        <pc:chgData name="유지은" userId="S::a091097@aivle.kt.co.kr::8f3e2d22-3334-4eb0-a8a0-56abb80ee52e" providerId="AD" clId="Web-{4A195569-D079-389B-9F2F-7F46BB4FB3E6}" dt="2026-04-15T05:10:06.088" v="107"/>
        <pc:sldMkLst>
          <pc:docMk/>
          <pc:sldMk cId="2268445621" sldId="388"/>
        </pc:sldMkLst>
        <pc:spChg chg="mod">
          <ac:chgData name="유지은" userId="S::a091097@aivle.kt.co.kr::8f3e2d22-3334-4eb0-a8a0-56abb80ee52e" providerId="AD" clId="Web-{4A195569-D079-389B-9F2F-7F46BB4FB3E6}" dt="2026-04-15T04:58:56.642" v="69" actId="20577"/>
          <ac:spMkLst>
            <pc:docMk/>
            <pc:sldMk cId="2268445621" sldId="388"/>
            <ac:spMk id="4" creationId="{00000000-0000-0000-0000-000000000000}"/>
          </ac:spMkLst>
        </pc:spChg>
        <pc:spChg chg="mod">
          <ac:chgData name="유지은" userId="S::a091097@aivle.kt.co.kr::8f3e2d22-3334-4eb0-a8a0-56abb80ee52e" providerId="AD" clId="Web-{4A195569-D079-389B-9F2F-7F46BB4FB3E6}" dt="2026-04-15T04:57:42.874" v="36" actId="20577"/>
          <ac:spMkLst>
            <pc:docMk/>
            <pc:sldMk cId="2268445621" sldId="388"/>
            <ac:spMk id="5" creationId="{00000000-0000-0000-0000-000000000000}"/>
          </ac:spMkLst>
        </pc:spChg>
        <pc:spChg chg="del mod">
          <ac:chgData name="유지은" userId="S::a091097@aivle.kt.co.kr::8f3e2d22-3334-4eb0-a8a0-56abb80ee52e" providerId="AD" clId="Web-{4A195569-D079-389B-9F2F-7F46BB4FB3E6}" dt="2026-04-15T04:57:14.717" v="32"/>
          <ac:spMkLst>
            <pc:docMk/>
            <pc:sldMk cId="2268445621" sldId="388"/>
            <ac:spMk id="8" creationId="{00000000-0000-0000-0000-000000000000}"/>
          </ac:spMkLst>
        </pc:spChg>
        <pc:spChg chg="add mod">
          <ac:chgData name="유지은" userId="S::a091097@aivle.kt.co.kr::8f3e2d22-3334-4eb0-a8a0-56abb80ee52e" providerId="AD" clId="Web-{4A195569-D079-389B-9F2F-7F46BB4FB3E6}" dt="2026-04-15T04:59:44.018" v="76" actId="14100"/>
          <ac:spMkLst>
            <pc:docMk/>
            <pc:sldMk cId="2268445621" sldId="388"/>
            <ac:spMk id="9" creationId="{6F68BB6B-C632-D2B4-645A-E2FAB1BF4D1E}"/>
          </ac:spMkLst>
        </pc:spChg>
        <pc:spChg chg="add mod">
          <ac:chgData name="유지은" userId="S::a091097@aivle.kt.co.kr::8f3e2d22-3334-4eb0-a8a0-56abb80ee52e" providerId="AD" clId="Web-{4A195569-D079-389B-9F2F-7F46BB4FB3E6}" dt="2026-04-15T05:07:57.202" v="99" actId="1076"/>
          <ac:spMkLst>
            <pc:docMk/>
            <pc:sldMk cId="2268445621" sldId="388"/>
            <ac:spMk id="12" creationId="{F28FE41C-02C5-BBC9-6F8D-75E47FEE4061}"/>
          </ac:spMkLst>
        </pc:spChg>
        <pc:picChg chg="add del mod">
          <ac:chgData name="유지은" userId="S::a091097@aivle.kt.co.kr::8f3e2d22-3334-4eb0-a8a0-56abb80ee52e" providerId="AD" clId="Web-{4A195569-D079-389B-9F2F-7F46BB4FB3E6}" dt="2026-04-15T04:55:50.776" v="4"/>
          <ac:picMkLst>
            <pc:docMk/>
            <pc:sldMk cId="2268445621" sldId="388"/>
            <ac:picMk id="3" creationId="{53943091-EBB8-BA95-8E01-D4004DB2102B}"/>
          </ac:picMkLst>
        </pc:picChg>
        <pc:picChg chg="add mod">
          <ac:chgData name="유지은" userId="S::a091097@aivle.kt.co.kr::8f3e2d22-3334-4eb0-a8a0-56abb80ee52e" providerId="AD" clId="Web-{4A195569-D079-389B-9F2F-7F46BB4FB3E6}" dt="2026-04-15T05:07:04.165" v="92" actId="1076"/>
          <ac:picMkLst>
            <pc:docMk/>
            <pc:sldMk cId="2268445621" sldId="388"/>
            <ac:picMk id="7" creationId="{15EB03F3-3186-EE37-DAF5-212F80359175}"/>
          </ac:picMkLst>
        </pc:picChg>
        <pc:picChg chg="add mod">
          <ac:chgData name="유지은" userId="S::a091097@aivle.kt.co.kr::8f3e2d22-3334-4eb0-a8a0-56abb80ee52e" providerId="AD" clId="Web-{4A195569-D079-389B-9F2F-7F46BB4FB3E6}" dt="2026-04-15T05:05:03.662" v="89" actId="1076"/>
          <ac:picMkLst>
            <pc:docMk/>
            <pc:sldMk cId="2268445621" sldId="388"/>
            <ac:picMk id="10" creationId="{E68E1AB4-F36E-5169-A504-2BD5E7A70F7F}"/>
          </ac:picMkLst>
        </pc:picChg>
        <pc:picChg chg="add mod">
          <ac:chgData name="유지은" userId="S::a091097@aivle.kt.co.kr::8f3e2d22-3334-4eb0-a8a0-56abb80ee52e" providerId="AD" clId="Web-{4A195569-D079-389B-9F2F-7F46BB4FB3E6}" dt="2026-04-15T05:05:01.193" v="88" actId="1076"/>
          <ac:picMkLst>
            <pc:docMk/>
            <pc:sldMk cId="2268445621" sldId="388"/>
            <ac:picMk id="11" creationId="{10A0D867-E388-87FD-48A4-FE2784E6A7DD}"/>
          </ac:picMkLst>
        </pc:picChg>
      </pc:sldChg>
      <pc:sldChg chg="addSp delSp modSp">
        <pc:chgData name="유지은" userId="S::a091097@aivle.kt.co.kr::8f3e2d22-3334-4eb0-a8a0-56abb80ee52e" providerId="AD" clId="Web-{4A195569-D079-389B-9F2F-7F46BB4FB3E6}" dt="2026-04-15T05:28:36.865" v="238" actId="1076"/>
        <pc:sldMkLst>
          <pc:docMk/>
          <pc:sldMk cId="2832051812" sldId="512"/>
        </pc:sldMkLst>
        <pc:spChg chg="add mod">
          <ac:chgData name="유지은" userId="S::a091097@aivle.kt.co.kr::8f3e2d22-3334-4eb0-a8a0-56abb80ee52e" providerId="AD" clId="Web-{4A195569-D079-389B-9F2F-7F46BB4FB3E6}" dt="2026-04-15T05:27:20.033" v="229"/>
          <ac:spMkLst>
            <pc:docMk/>
            <pc:sldMk cId="2832051812" sldId="512"/>
            <ac:spMk id="6" creationId="{F6803287-E547-A698-9D8C-48AFB703BBFE}"/>
          </ac:spMkLst>
        </pc:spChg>
        <pc:spChg chg="add mod">
          <ac:chgData name="유지은" userId="S::a091097@aivle.kt.co.kr::8f3e2d22-3334-4eb0-a8a0-56abb80ee52e" providerId="AD" clId="Web-{4A195569-D079-389B-9F2F-7F46BB4FB3E6}" dt="2026-04-15T05:28:36.850" v="237" actId="1076"/>
          <ac:spMkLst>
            <pc:docMk/>
            <pc:sldMk cId="2832051812" sldId="512"/>
            <ac:spMk id="7" creationId="{6276B065-4CF9-8B62-87D6-10607DB110F3}"/>
          </ac:spMkLst>
        </pc:spChg>
        <pc:spChg chg="add mod">
          <ac:chgData name="유지은" userId="S::a091097@aivle.kt.co.kr::8f3e2d22-3334-4eb0-a8a0-56abb80ee52e" providerId="AD" clId="Web-{4A195569-D079-389B-9F2F-7F46BB4FB3E6}" dt="2026-04-15T05:28:36.865" v="238" actId="1076"/>
          <ac:spMkLst>
            <pc:docMk/>
            <pc:sldMk cId="2832051812" sldId="512"/>
            <ac:spMk id="9" creationId="{9078BD61-2380-71A9-12B8-DF69E5301590}"/>
          </ac:spMkLst>
        </pc:spChg>
        <pc:spChg chg="add mod">
          <ac:chgData name="유지은" userId="S::a091097@aivle.kt.co.kr::8f3e2d22-3334-4eb0-a8a0-56abb80ee52e" providerId="AD" clId="Web-{4A195569-D079-389B-9F2F-7F46BB4FB3E6}" dt="2026-04-15T05:28:23.255" v="236" actId="1076"/>
          <ac:spMkLst>
            <pc:docMk/>
            <pc:sldMk cId="2832051812" sldId="512"/>
            <ac:spMk id="10" creationId="{E973DB46-4850-3E54-B05D-B8C9BE1CD942}"/>
          </ac:spMkLst>
        </pc:spChg>
        <pc:graphicFrameChg chg="add del mod topLvl modGraphic">
          <ac:chgData name="유지은" userId="S::a091097@aivle.kt.co.kr::8f3e2d22-3334-4eb0-a8a0-56abb80ee52e" providerId="AD" clId="Web-{4A195569-D079-389B-9F2F-7F46BB4FB3E6}" dt="2026-04-15T05:22:47.208" v="207"/>
          <ac:graphicFrameMkLst>
            <pc:docMk/>
            <pc:sldMk cId="2832051812" sldId="512"/>
            <ac:graphicFrameMk id="3" creationId="{FE36ED67-0864-7BEE-C618-93D47205AE59}"/>
          </ac:graphicFrameMkLst>
        </pc:graphicFrameChg>
      </pc:sldChg>
      <pc:sldChg chg="addSp delSp modSp add del">
        <pc:chgData name="유지은" userId="S::a091097@aivle.kt.co.kr::8f3e2d22-3334-4eb0-a8a0-56abb80ee52e" providerId="AD" clId="Web-{4A195569-D079-389B-9F2F-7F46BB4FB3E6}" dt="2026-04-15T05:16:26.839" v="189"/>
        <pc:sldMkLst>
          <pc:docMk/>
          <pc:sldMk cId="3034594026" sldId="515"/>
        </pc:sldMkLst>
        <pc:spChg chg="mod">
          <ac:chgData name="유지은" userId="S::a091097@aivle.kt.co.kr::8f3e2d22-3334-4eb0-a8a0-56abb80ee52e" providerId="AD" clId="Web-{4A195569-D079-389B-9F2F-7F46BB4FB3E6}" dt="2026-04-15T04:56:38.762" v="11" actId="20577"/>
          <ac:spMkLst>
            <pc:docMk/>
            <pc:sldMk cId="3034594026" sldId="515"/>
            <ac:spMk id="5" creationId="{00000000-0000-0000-0000-000000000000}"/>
          </ac:spMkLst>
        </pc:spChg>
        <pc:picChg chg="add del mod">
          <ac:chgData name="유지은" userId="S::a091097@aivle.kt.co.kr::8f3e2d22-3334-4eb0-a8a0-56abb80ee52e" providerId="AD" clId="Web-{4A195569-D079-389B-9F2F-7F46BB4FB3E6}" dt="2026-04-15T04:58:04.046" v="40"/>
          <ac:picMkLst>
            <pc:docMk/>
            <pc:sldMk cId="3034594026" sldId="515"/>
            <ac:picMk id="3" creationId="{E35E2782-599F-36D7-25AD-66219966D2D5}"/>
          </ac:picMkLst>
        </pc:picChg>
      </pc:sldChg>
      <pc:sldChg chg="modSp">
        <pc:chgData name="유지은" userId="S::a091097@aivle.kt.co.kr::8f3e2d22-3334-4eb0-a8a0-56abb80ee52e" providerId="AD" clId="Web-{4A195569-D079-389B-9F2F-7F46BB4FB3E6}" dt="2026-04-15T05:42:28.703" v="262" actId="20577"/>
        <pc:sldMkLst>
          <pc:docMk/>
          <pc:sldMk cId="1929451159" sldId="517"/>
        </pc:sldMkLst>
        <pc:spChg chg="mod">
          <ac:chgData name="유지은" userId="S::a091097@aivle.kt.co.kr::8f3e2d22-3334-4eb0-a8a0-56abb80ee52e" providerId="AD" clId="Web-{4A195569-D079-389B-9F2F-7F46BB4FB3E6}" dt="2026-04-15T05:42:28.703" v="262" actId="20577"/>
          <ac:spMkLst>
            <pc:docMk/>
            <pc:sldMk cId="1929451159" sldId="517"/>
            <ac:spMk id="5" creationId="{C381C108-05C7-E7C0-22E5-636E399BA11E}"/>
          </ac:spMkLst>
        </pc:spChg>
        <pc:spChg chg="mod">
          <ac:chgData name="유지은" userId="S::a091097@aivle.kt.co.kr::8f3e2d22-3334-4eb0-a8a0-56abb80ee52e" providerId="AD" clId="Web-{4A195569-D079-389B-9F2F-7F46BB4FB3E6}" dt="2026-04-15T05:42:13.530" v="261" actId="20577"/>
          <ac:spMkLst>
            <pc:docMk/>
            <pc:sldMk cId="1929451159" sldId="517"/>
            <ac:spMk id="8" creationId="{8E48227B-1155-D417-A33C-060C56ED9029}"/>
          </ac:spMkLst>
        </pc:spChg>
      </pc:sldChg>
      <pc:sldChg chg="addSp delSp modSp add del">
        <pc:chgData name="유지은" userId="S::a091097@aivle.kt.co.kr::8f3e2d22-3334-4eb0-a8a0-56abb80ee52e" providerId="AD" clId="Web-{4A195569-D079-389B-9F2F-7F46BB4FB3E6}" dt="2026-04-15T05:16:00.963" v="182"/>
        <pc:sldMkLst>
          <pc:docMk/>
          <pc:sldMk cId="3585920557" sldId="518"/>
        </pc:sldMkLst>
        <pc:spChg chg="add del mod">
          <ac:chgData name="유지은" userId="S::a091097@aivle.kt.co.kr::8f3e2d22-3334-4eb0-a8a0-56abb80ee52e" providerId="AD" clId="Web-{4A195569-D079-389B-9F2F-7F46BB4FB3E6}" dt="2026-04-15T05:09:27.554" v="105"/>
          <ac:spMkLst>
            <pc:docMk/>
            <pc:sldMk cId="3585920557" sldId="518"/>
            <ac:spMk id="3" creationId="{1DD7203A-CD76-E31E-B034-38B37DC0E775}"/>
          </ac:spMkLst>
        </pc:spChg>
        <pc:spChg chg="add del">
          <ac:chgData name="유지은" userId="S::a091097@aivle.kt.co.kr::8f3e2d22-3334-4eb0-a8a0-56abb80ee52e" providerId="AD" clId="Web-{4A195569-D079-389B-9F2F-7F46BB4FB3E6}" dt="2026-04-15T05:10:15.948" v="109"/>
          <ac:spMkLst>
            <pc:docMk/>
            <pc:sldMk cId="3585920557" sldId="518"/>
            <ac:spMk id="6" creationId="{741CF9DF-2B71-CE51-3851-1DF6BD1FB993}"/>
          </ac:spMkLst>
        </pc:spChg>
        <pc:spChg chg="del mod">
          <ac:chgData name="유지은" userId="S::a091097@aivle.kt.co.kr::8f3e2d22-3334-4eb0-a8a0-56abb80ee52e" providerId="AD" clId="Web-{4A195569-D079-389B-9F2F-7F46BB4FB3E6}" dt="2026-04-15T05:09:29.022" v="106"/>
          <ac:spMkLst>
            <pc:docMk/>
            <pc:sldMk cId="3585920557" sldId="518"/>
            <ac:spMk id="12" creationId="{F28FE41C-02C5-BBC9-6F8D-75E47FEE4061}"/>
          </ac:spMkLst>
        </pc:spChg>
        <pc:picChg chg="mod">
          <ac:chgData name="유지은" userId="S::a091097@aivle.kt.co.kr::8f3e2d22-3334-4eb0-a8a0-56abb80ee52e" providerId="AD" clId="Web-{4A195569-D079-389B-9F2F-7F46BB4FB3E6}" dt="2026-04-15T05:08:29.517" v="104" actId="1076"/>
          <ac:picMkLst>
            <pc:docMk/>
            <pc:sldMk cId="3585920557" sldId="518"/>
            <ac:picMk id="7" creationId="{15EB03F3-3186-EE37-DAF5-212F80359175}"/>
          </ac:picMkLst>
        </pc:picChg>
      </pc:sldChg>
      <pc:sldChg chg="addSp delSp modSp add">
        <pc:chgData name="유지은" userId="S::a091097@aivle.kt.co.kr::8f3e2d22-3334-4eb0-a8a0-56abb80ee52e" providerId="AD" clId="Web-{4A195569-D079-389B-9F2F-7F46BB4FB3E6}" dt="2026-04-15T05:16:12.948" v="188" actId="1076"/>
        <pc:sldMkLst>
          <pc:docMk/>
          <pc:sldMk cId="3781130378" sldId="520"/>
        </pc:sldMkLst>
        <pc:spChg chg="add del">
          <ac:chgData name="유지은" userId="S::a091097@aivle.kt.co.kr::8f3e2d22-3334-4eb0-a8a0-56abb80ee52e" providerId="AD" clId="Web-{4A195569-D079-389B-9F2F-7F46BB4FB3E6}" dt="2026-04-15T05:10:26.308" v="112"/>
          <ac:spMkLst>
            <pc:docMk/>
            <pc:sldMk cId="3781130378" sldId="520"/>
            <ac:spMk id="3" creationId="{B36B50E8-1175-FA82-9226-A30BFE78F7C3}"/>
          </ac:spMkLst>
        </pc:spChg>
        <pc:spChg chg="mod">
          <ac:chgData name="유지은" userId="S::a091097@aivle.kt.co.kr::8f3e2d22-3334-4eb0-a8a0-56abb80ee52e" providerId="AD" clId="Web-{4A195569-D079-389B-9F2F-7F46BB4FB3E6}" dt="2026-04-15T05:16:08.041" v="183" actId="1076"/>
          <ac:spMkLst>
            <pc:docMk/>
            <pc:sldMk cId="3781130378" sldId="520"/>
            <ac:spMk id="5" creationId="{00000000-0000-0000-0000-000000000000}"/>
          </ac:spMkLst>
        </pc:spChg>
        <pc:spChg chg="add mod">
          <ac:chgData name="유지은" userId="S::a091097@aivle.kt.co.kr::8f3e2d22-3334-4eb0-a8a0-56abb80ee52e" providerId="AD" clId="Web-{4A195569-D079-389B-9F2F-7F46BB4FB3E6}" dt="2026-04-15T05:16:08.041" v="185" actId="1076"/>
          <ac:spMkLst>
            <pc:docMk/>
            <pc:sldMk cId="3781130378" sldId="520"/>
            <ac:spMk id="6" creationId="{404621DA-A66E-9ADC-9B31-C64A306B7E29}"/>
          </ac:spMkLst>
        </pc:spChg>
        <pc:spChg chg="add mod">
          <ac:chgData name="유지은" userId="S::a091097@aivle.kt.co.kr::8f3e2d22-3334-4eb0-a8a0-56abb80ee52e" providerId="AD" clId="Web-{4A195569-D079-389B-9F2F-7F46BB4FB3E6}" dt="2026-04-15T05:16:08.057" v="186" actId="1076"/>
          <ac:spMkLst>
            <pc:docMk/>
            <pc:sldMk cId="3781130378" sldId="520"/>
            <ac:spMk id="8" creationId="{B7CEB128-420A-3A19-4253-721BC8A771E2}"/>
          </ac:spMkLst>
        </pc:spChg>
        <pc:picChg chg="mod">
          <ac:chgData name="유지은" userId="S::a091097@aivle.kt.co.kr::8f3e2d22-3334-4eb0-a8a0-56abb80ee52e" providerId="AD" clId="Web-{4A195569-D079-389B-9F2F-7F46BB4FB3E6}" dt="2026-04-15T05:16:12.948" v="188" actId="1076"/>
          <ac:picMkLst>
            <pc:docMk/>
            <pc:sldMk cId="3781130378" sldId="520"/>
            <ac:picMk id="7" creationId="{15EB03F3-3186-EE37-DAF5-212F80359175}"/>
          </ac:picMkLst>
        </pc:picChg>
        <pc:picChg chg="mod">
          <ac:chgData name="유지은" userId="S::a091097@aivle.kt.co.kr::8f3e2d22-3334-4eb0-a8a0-56abb80ee52e" providerId="AD" clId="Web-{4A195569-D079-389B-9F2F-7F46BB4FB3E6}" dt="2026-04-15T05:16:08.041" v="184" actId="1076"/>
          <ac:picMkLst>
            <pc:docMk/>
            <pc:sldMk cId="3781130378" sldId="520"/>
            <ac:picMk id="10" creationId="{E68E1AB4-F36E-5169-A504-2BD5E7A70F7F}"/>
          </ac:picMkLst>
        </pc:picChg>
        <pc:picChg chg="del mod">
          <ac:chgData name="유지은" userId="S::a091097@aivle.kt.co.kr::8f3e2d22-3334-4eb0-a8a0-56abb80ee52e" providerId="AD" clId="Web-{4A195569-D079-389B-9F2F-7F46BB4FB3E6}" dt="2026-04-15T05:14:07.678" v="177"/>
          <ac:picMkLst>
            <pc:docMk/>
            <pc:sldMk cId="3781130378" sldId="520"/>
            <ac:picMk id="11" creationId="{10A0D867-E388-87FD-48A4-FE2784E6A7DD}"/>
          </ac:picMkLst>
        </pc:picChg>
        <pc:picChg chg="add mod">
          <ac:chgData name="유지은" userId="S::a091097@aivle.kt.co.kr::8f3e2d22-3334-4eb0-a8a0-56abb80ee52e" providerId="AD" clId="Web-{4A195569-D079-389B-9F2F-7F46BB4FB3E6}" dt="2026-04-15T05:16:08.072" v="187" actId="1076"/>
          <ac:picMkLst>
            <pc:docMk/>
            <pc:sldMk cId="3781130378" sldId="520"/>
            <ac:picMk id="12" creationId="{76852C04-5191-A9E6-EC63-5CAF98C31974}"/>
          </ac:picMkLst>
        </pc:picChg>
        <pc:cxnChg chg="add del">
          <ac:chgData name="유지은" userId="S::a091097@aivle.kt.co.kr::8f3e2d22-3334-4eb0-a8a0-56abb80ee52e" providerId="AD" clId="Web-{4A195569-D079-389B-9F2F-7F46BB4FB3E6}" dt="2026-04-15T05:12:34.221" v="173"/>
          <ac:cxnSpMkLst>
            <pc:docMk/>
            <pc:sldMk cId="3781130378" sldId="520"/>
            <ac:cxnSpMk id="13" creationId="{DC4D7870-2F7E-73B1-6EF0-4ACFCDCAA84B}"/>
          </ac:cxnSpMkLst>
        </pc:cxnChg>
      </pc:sldChg>
      <pc:sldChg chg="add del">
        <pc:chgData name="유지은" userId="S::a091097@aivle.kt.co.kr::8f3e2d22-3334-4eb0-a8a0-56abb80ee52e" providerId="AD" clId="Web-{4A195569-D079-389B-9F2F-7F46BB4FB3E6}" dt="2026-04-15T05:30:41.027" v="239"/>
        <pc:sldMkLst>
          <pc:docMk/>
          <pc:sldMk cId="30072428" sldId="521"/>
        </pc:sldMkLst>
      </pc:sldChg>
    </pc:docChg>
  </pc:docChgLst>
  <pc:docChgLst>
    <pc:chgData name="오희주" userId="S::a091143@aivle.kt.co.kr::cbd687c7-b00c-4ce8-a82e-1c3b8f2de021" providerId="AD" clId="Web-{C910930E-1609-21B4-4384-1825D741F7E3}"/>
    <pc:docChg chg="modSld">
      <pc:chgData name="오희주" userId="S::a091143@aivle.kt.co.kr::cbd687c7-b00c-4ce8-a82e-1c3b8f2de021" providerId="AD" clId="Web-{C910930E-1609-21B4-4384-1825D741F7E3}" dt="2026-04-15T07:06:40.076" v="70" actId="20577"/>
      <pc:docMkLst>
        <pc:docMk/>
      </pc:docMkLst>
      <pc:sldChg chg="modSp">
        <pc:chgData name="오희주" userId="S::a091143@aivle.kt.co.kr::cbd687c7-b00c-4ce8-a82e-1c3b8f2de021" providerId="AD" clId="Web-{C910930E-1609-21B4-4384-1825D741F7E3}" dt="2026-04-15T07:04:16.990" v="22" actId="20577"/>
        <pc:sldMkLst>
          <pc:docMk/>
          <pc:sldMk cId="1543165868" sldId="256"/>
        </pc:sldMkLst>
        <pc:spChg chg="mod">
          <ac:chgData name="오희주" userId="S::a091143@aivle.kt.co.kr::cbd687c7-b00c-4ce8-a82e-1c3b8f2de021" providerId="AD" clId="Web-{C910930E-1609-21B4-4384-1825D741F7E3}" dt="2026-04-15T07:04:16.990" v="22" actId="20577"/>
          <ac:spMkLst>
            <pc:docMk/>
            <pc:sldMk cId="1543165868" sldId="256"/>
            <ac:spMk id="15" creationId="{F1F8FEEF-7CD3-FEEC-9331-5BC4E595F0F7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4:30.209" v="24" actId="20577"/>
        <pc:sldMkLst>
          <pc:docMk/>
          <pc:sldMk cId="59696913" sldId="257"/>
        </pc:sldMkLst>
        <pc:spChg chg="mod">
          <ac:chgData name="오희주" userId="S::a091143@aivle.kt.co.kr::cbd687c7-b00c-4ce8-a82e-1c3b8f2de021" providerId="AD" clId="Web-{C910930E-1609-21B4-4384-1825D741F7E3}" dt="2026-04-15T07:04:30.209" v="24" actId="20577"/>
          <ac:spMkLst>
            <pc:docMk/>
            <pc:sldMk cId="59696913" sldId="257"/>
            <ac:spMk id="17" creationId="{0C497153-B224-5E27-DE06-BF5E2EB79AA1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6:00.230" v="52" actId="20577"/>
        <pc:sldMkLst>
          <pc:docMk/>
          <pc:sldMk cId="721798544" sldId="399"/>
        </pc:sldMkLst>
        <pc:spChg chg="mod">
          <ac:chgData name="오희주" userId="S::a091143@aivle.kt.co.kr::cbd687c7-b00c-4ce8-a82e-1c3b8f2de021" providerId="AD" clId="Web-{C910930E-1609-21B4-4384-1825D741F7E3}" dt="2026-04-15T07:06:00.230" v="52" actId="20577"/>
          <ac:spMkLst>
            <pc:docMk/>
            <pc:sldMk cId="721798544" sldId="399"/>
            <ac:spMk id="2" creationId="{00000000-0000-0000-0000-000000000000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4:59.633" v="33" actId="20577"/>
        <pc:sldMkLst>
          <pc:docMk/>
          <pc:sldMk cId="3651737433" sldId="511"/>
        </pc:sldMkLst>
        <pc:spChg chg="mod">
          <ac:chgData name="오희주" userId="S::a091143@aivle.kt.co.kr::cbd687c7-b00c-4ce8-a82e-1c3b8f2de021" providerId="AD" clId="Web-{C910930E-1609-21B4-4384-1825D741F7E3}" dt="2026-04-15T07:04:59.633" v="33" actId="20577"/>
          <ac:spMkLst>
            <pc:docMk/>
            <pc:sldMk cId="3651737433" sldId="511"/>
            <ac:spMk id="2" creationId="{00000000-0000-0000-0000-000000000000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6:14.856" v="60" actId="20577"/>
        <pc:sldMkLst>
          <pc:docMk/>
          <pc:sldMk cId="1929451159" sldId="517"/>
        </pc:sldMkLst>
        <pc:spChg chg="mod">
          <ac:chgData name="오희주" userId="S::a091143@aivle.kt.co.kr::cbd687c7-b00c-4ce8-a82e-1c3b8f2de021" providerId="AD" clId="Web-{C910930E-1609-21B4-4384-1825D741F7E3}" dt="2026-04-15T07:06:14.856" v="60" actId="20577"/>
          <ac:spMkLst>
            <pc:docMk/>
            <pc:sldMk cId="1929451159" sldId="517"/>
            <ac:spMk id="2" creationId="{4274D465-7E00-A714-994D-3843393A69D6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6:29.341" v="69" actId="20577"/>
        <pc:sldMkLst>
          <pc:docMk/>
          <pc:sldMk cId="176259502" sldId="519"/>
        </pc:sldMkLst>
        <pc:spChg chg="mod">
          <ac:chgData name="오희주" userId="S::a091143@aivle.kt.co.kr::cbd687c7-b00c-4ce8-a82e-1c3b8f2de021" providerId="AD" clId="Web-{C910930E-1609-21B4-4384-1825D741F7E3}" dt="2026-04-15T07:06:29.341" v="69" actId="20577"/>
          <ac:spMkLst>
            <pc:docMk/>
            <pc:sldMk cId="176259502" sldId="519"/>
            <ac:spMk id="2" creationId="{8C76BA5A-1448-FC3B-C578-0D2D39BEBB63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4:08.661" v="21" actId="20577"/>
        <pc:sldMkLst>
          <pc:docMk/>
          <pc:sldMk cId="3781130378" sldId="520"/>
        </pc:sldMkLst>
        <pc:spChg chg="mod">
          <ac:chgData name="오희주" userId="S::a091143@aivle.kt.co.kr::cbd687c7-b00c-4ce8-a82e-1c3b8f2de021" providerId="AD" clId="Web-{C910930E-1609-21B4-4384-1825D741F7E3}" dt="2026-04-15T07:04:08.661" v="21" actId="20577"/>
          <ac:spMkLst>
            <pc:docMk/>
            <pc:sldMk cId="3781130378" sldId="520"/>
            <ac:spMk id="22" creationId="{380C1B55-6CE2-8625-F6B8-68D7328F4A8C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6:40.076" v="70" actId="20577"/>
        <pc:sldMkLst>
          <pc:docMk/>
          <pc:sldMk cId="382721037" sldId="521"/>
        </pc:sldMkLst>
        <pc:spChg chg="mod">
          <ac:chgData name="오희주" userId="S::a091143@aivle.kt.co.kr::cbd687c7-b00c-4ce8-a82e-1c3b8f2de021" providerId="AD" clId="Web-{C910930E-1609-21B4-4384-1825D741F7E3}" dt="2026-04-15T07:06:40.076" v="70" actId="20577"/>
          <ac:spMkLst>
            <pc:docMk/>
            <pc:sldMk cId="382721037" sldId="521"/>
            <ac:spMk id="5" creationId="{0DF2E103-9F69-64CC-7E61-9EF592DE0882}"/>
          </ac:spMkLst>
        </pc:spChg>
      </pc:sldChg>
      <pc:sldChg chg="modSp">
        <pc:chgData name="오희주" userId="S::a091143@aivle.kt.co.kr::cbd687c7-b00c-4ce8-a82e-1c3b8f2de021" providerId="AD" clId="Web-{C910930E-1609-21B4-4384-1825D741F7E3}" dt="2026-04-15T07:05:38.979" v="41" actId="20577"/>
        <pc:sldMkLst>
          <pc:docMk/>
          <pc:sldMk cId="624696174" sldId="522"/>
        </pc:sldMkLst>
        <pc:spChg chg="mod">
          <ac:chgData name="오희주" userId="S::a091143@aivle.kt.co.kr::cbd687c7-b00c-4ce8-a82e-1c3b8f2de021" providerId="AD" clId="Web-{C910930E-1609-21B4-4384-1825D741F7E3}" dt="2026-04-15T07:05:38.979" v="41" actId="20577"/>
          <ac:spMkLst>
            <pc:docMk/>
            <pc:sldMk cId="624696174" sldId="522"/>
            <ac:spMk id="5" creationId="{D1D5A7BB-598E-9E31-19FD-DCE8D6372D59}"/>
          </ac:spMkLst>
        </pc:spChg>
      </pc:sldChg>
    </pc:docChg>
  </pc:docChgLst>
  <pc:docChgLst>
    <pc:chgData name="조현우" userId="S::a091139@aivle.kt.co.kr::b69ae50d-8e56-431d-8358-08e60e3e1bf6" providerId="AD" clId="Web-{27C2AEF8-4943-6969-B360-8E11CBBC84DD}"/>
    <pc:docChg chg="modSld">
      <pc:chgData name="조현우" userId="S::a091139@aivle.kt.co.kr::b69ae50d-8e56-431d-8358-08e60e3e1bf6" providerId="AD" clId="Web-{27C2AEF8-4943-6969-B360-8E11CBBC84DD}" dt="2026-04-15T06:35:01.980" v="43"/>
      <pc:docMkLst>
        <pc:docMk/>
      </pc:docMkLst>
      <pc:sldChg chg="addSp modSp">
        <pc:chgData name="조현우" userId="S::a091139@aivle.kt.co.kr::b69ae50d-8e56-431d-8358-08e60e3e1bf6" providerId="AD" clId="Web-{27C2AEF8-4943-6969-B360-8E11CBBC84DD}" dt="2026-04-15T06:35:01.980" v="43"/>
        <pc:sldMkLst>
          <pc:docMk/>
          <pc:sldMk cId="1929451159" sldId="517"/>
        </pc:sldMkLst>
        <pc:graphicFrameChg chg="mod topLvl modGraphic">
          <ac:chgData name="조현우" userId="S::a091139@aivle.kt.co.kr::b69ae50d-8e56-431d-8358-08e60e3e1bf6" providerId="AD" clId="Web-{27C2AEF8-4943-6969-B360-8E11CBBC84DD}" dt="2026-04-15T06:35:01.980" v="43"/>
          <ac:graphicFrameMkLst>
            <pc:docMk/>
            <pc:sldMk cId="1929451159" sldId="517"/>
            <ac:graphicFrameMk id="3" creationId="{9E027D3C-5EB8-EA25-1D98-861FC713E47F}"/>
          </ac:graphicFrameMkLst>
        </pc:graphicFrameChg>
      </pc:sldChg>
    </pc:docChg>
  </pc:docChgLst>
  <pc:docChgLst>
    <pc:chgData name="홍수현" userId="S::a091267@aivle.kt.co.kr::355e1340-98b3-4d15-9622-38c4c2f5b0e4" providerId="AD" clId="Web-{812A3964-C652-89DE-8714-BEB59E8163D4}"/>
    <pc:docChg chg="addSld delSld modSld sldOrd modSection">
      <pc:chgData name="홍수현" userId="S::a091267@aivle.kt.co.kr::355e1340-98b3-4d15-9622-38c4c2f5b0e4" providerId="AD" clId="Web-{812A3964-C652-89DE-8714-BEB59E8163D4}" dt="2026-04-15T06:01:24.222" v="969" actId="14100"/>
      <pc:docMkLst>
        <pc:docMk/>
      </pc:docMkLst>
      <pc:sldChg chg="modSp">
        <pc:chgData name="홍수현" userId="S::a091267@aivle.kt.co.kr::355e1340-98b3-4d15-9622-38c4c2f5b0e4" providerId="AD" clId="Web-{812A3964-C652-89DE-8714-BEB59E8163D4}" dt="2026-04-15T05:03:32.141" v="89" actId="1076"/>
        <pc:sldMkLst>
          <pc:docMk/>
          <pc:sldMk cId="1543165868" sldId="256"/>
        </pc:sldMkLst>
        <pc:spChg chg="mod">
          <ac:chgData name="홍수현" userId="S::a091267@aivle.kt.co.kr::355e1340-98b3-4d15-9622-38c4c2f5b0e4" providerId="AD" clId="Web-{812A3964-C652-89DE-8714-BEB59E8163D4}" dt="2026-04-15T05:03:32.141" v="89" actId="1076"/>
          <ac:spMkLst>
            <pc:docMk/>
            <pc:sldMk cId="1543165868" sldId="256"/>
            <ac:spMk id="2" creationId="{ADAB525A-9D5B-7774-FD3B-6E86D7CC8EA8}"/>
          </ac:spMkLst>
        </pc:spChg>
      </pc:sldChg>
      <pc:sldChg chg="addSp delSp modSp mod setBg">
        <pc:chgData name="홍수현" userId="S::a091267@aivle.kt.co.kr::355e1340-98b3-4d15-9622-38c4c2f5b0e4" providerId="AD" clId="Web-{812A3964-C652-89DE-8714-BEB59E8163D4}" dt="2026-04-15T06:01:24.222" v="969" actId="14100"/>
        <pc:sldMkLst>
          <pc:docMk/>
          <pc:sldMk cId="721798544" sldId="399"/>
        </pc:sldMkLst>
        <pc:spChg chg="mod">
          <ac:chgData name="홍수현" userId="S::a091267@aivle.kt.co.kr::355e1340-98b3-4d15-9622-38c4c2f5b0e4" providerId="AD" clId="Web-{812A3964-C652-89DE-8714-BEB59E8163D4}" dt="2026-04-15T04:56:26.403" v="32" actId="20577"/>
          <ac:spMkLst>
            <pc:docMk/>
            <pc:sldMk cId="721798544" sldId="399"/>
            <ac:spMk id="4" creationId="{00000000-0000-0000-0000-000000000000}"/>
          </ac:spMkLst>
        </pc:spChg>
        <pc:spChg chg="del">
          <ac:chgData name="홍수현" userId="S::a091267@aivle.kt.co.kr::355e1340-98b3-4d15-9622-38c4c2f5b0e4" providerId="AD" clId="Web-{812A3964-C652-89DE-8714-BEB59E8163D4}" dt="2026-04-15T05:04:05.800" v="101"/>
          <ac:spMkLst>
            <pc:docMk/>
            <pc:sldMk cId="721798544" sldId="399"/>
            <ac:spMk id="5" creationId="{00000000-0000-0000-0000-000000000000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5:04:08.051" v="102"/>
          <ac:spMkLst>
            <pc:docMk/>
            <pc:sldMk cId="721798544" sldId="399"/>
            <ac:spMk id="6" creationId="{19326293-D503-4752-264F-29F4E50AF00F}"/>
          </ac:spMkLst>
        </pc:spChg>
        <pc:spChg chg="del">
          <ac:chgData name="홍수현" userId="S::a091267@aivle.kt.co.kr::355e1340-98b3-4d15-9622-38c4c2f5b0e4" providerId="AD" clId="Web-{812A3964-C652-89DE-8714-BEB59E8163D4}" dt="2026-04-15T05:04:10.488" v="103"/>
          <ac:spMkLst>
            <pc:docMk/>
            <pc:sldMk cId="721798544" sldId="399"/>
            <ac:spMk id="8" creationId="{00000000-0000-0000-0000-000000000000}"/>
          </ac:spMkLst>
        </pc:spChg>
        <pc:spChg chg="add del">
          <ac:chgData name="홍수현" userId="S::a091267@aivle.kt.co.kr::355e1340-98b3-4d15-9622-38c4c2f5b0e4" providerId="AD" clId="Web-{812A3964-C652-89DE-8714-BEB59E8163D4}" dt="2026-04-15T05:06:22.091" v="109"/>
          <ac:spMkLst>
            <pc:docMk/>
            <pc:sldMk cId="721798544" sldId="399"/>
            <ac:spMk id="10" creationId="{E2875195-B38F-CC72-202E-08D2CB4414A9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407" v="949"/>
          <ac:spMkLst>
            <pc:docMk/>
            <pc:sldMk cId="721798544" sldId="399"/>
            <ac:spMk id="11" creationId="{4882D365-68AF-71C9-D345-0F068894E0A6}"/>
          </ac:spMkLst>
        </pc:spChg>
        <pc:spChg chg="add mod">
          <ac:chgData name="홍수현" userId="S::a091267@aivle.kt.co.kr::355e1340-98b3-4d15-9622-38c4c2f5b0e4" providerId="AD" clId="Web-{812A3964-C652-89DE-8714-BEB59E8163D4}" dt="2026-04-15T05:07:43.923" v="122" actId="1076"/>
          <ac:spMkLst>
            <pc:docMk/>
            <pc:sldMk cId="721798544" sldId="399"/>
            <ac:spMk id="12" creationId="{F8F7D132-B8E0-66C0-DA34-E28D87BBB589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407" v="947"/>
          <ac:spMkLst>
            <pc:docMk/>
            <pc:sldMk cId="721798544" sldId="399"/>
            <ac:spMk id="14" creationId="{A990E4C8-AE40-60D6-33BC-F0D0EF48BA69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407" v="945"/>
          <ac:spMkLst>
            <pc:docMk/>
            <pc:sldMk cId="721798544" sldId="399"/>
            <ac:spMk id="16" creationId="{521642F5-1D03-0EE6-4021-1FEDEBF0E133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43"/>
          <ac:spMkLst>
            <pc:docMk/>
            <pc:sldMk cId="721798544" sldId="399"/>
            <ac:spMk id="18" creationId="{CE353A1E-1F73-071E-0D3A-9A1F0EED33A5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5:17:46.094" v="243"/>
          <ac:spMkLst>
            <pc:docMk/>
            <pc:sldMk cId="721798544" sldId="399"/>
            <ac:spMk id="20" creationId="{58BF274F-689B-DFDF-5D7C-93C8D2B46F19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5:17:46.094" v="241"/>
          <ac:spMkLst>
            <pc:docMk/>
            <pc:sldMk cId="721798544" sldId="399"/>
            <ac:spMk id="22" creationId="{308D6240-CAE5-B4CE-D30D-C559F3462D67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5:23:52.919" v="355"/>
          <ac:spMkLst>
            <pc:docMk/>
            <pc:sldMk cId="721798544" sldId="399"/>
            <ac:spMk id="24" creationId="{0FD25B78-B3ED-2605-1949-2CF9DE421E9B}"/>
          </ac:spMkLst>
        </pc:spChg>
        <pc:spChg chg="add del">
          <ac:chgData name="홍수현" userId="S::a091267@aivle.kt.co.kr::355e1340-98b3-4d15-9622-38c4c2f5b0e4" providerId="AD" clId="Web-{812A3964-C652-89DE-8714-BEB59E8163D4}" dt="2026-04-15T05:21:38.395" v="284"/>
          <ac:spMkLst>
            <pc:docMk/>
            <pc:sldMk cId="721798544" sldId="399"/>
            <ac:spMk id="26" creationId="{4617CDB5-F4A0-C276-9B7E-CA8BEFFD19BF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41"/>
          <ac:spMkLst>
            <pc:docMk/>
            <pc:sldMk cId="721798544" sldId="399"/>
            <ac:spMk id="27" creationId="{D9F2E347-F655-1766-09B6-89AE7CA79E82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40"/>
          <ac:spMkLst>
            <pc:docMk/>
            <pc:sldMk cId="721798544" sldId="399"/>
            <ac:spMk id="28" creationId="{35EB1BC5-19B6-4CEB-F050-4EF03254766A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8"/>
          <ac:spMkLst>
            <pc:docMk/>
            <pc:sldMk cId="721798544" sldId="399"/>
            <ac:spMk id="30" creationId="{1D8C84BD-63B4-1BF4-A440-F53B4818583D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6"/>
          <ac:spMkLst>
            <pc:docMk/>
            <pc:sldMk cId="721798544" sldId="399"/>
            <ac:spMk id="32" creationId="{1012623B-73B6-2C4A-41BC-54DFED8722A6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4"/>
          <ac:spMkLst>
            <pc:docMk/>
            <pc:sldMk cId="721798544" sldId="399"/>
            <ac:spMk id="34" creationId="{7A40F04E-C1C4-23CC-8250-64EA915F31F8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2"/>
          <ac:spMkLst>
            <pc:docMk/>
            <pc:sldMk cId="721798544" sldId="399"/>
            <ac:spMk id="36" creationId="{F3724CB5-CF3F-C05F-E5A7-8FF22F38A048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1"/>
          <ac:spMkLst>
            <pc:docMk/>
            <pc:sldMk cId="721798544" sldId="399"/>
            <ac:spMk id="37" creationId="{9007CB7C-D80D-204D-30CF-6375FA71CED2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30"/>
          <ac:spMkLst>
            <pc:docMk/>
            <pc:sldMk cId="721798544" sldId="399"/>
            <ac:spMk id="38" creationId="{8AD27693-1BCA-24A8-BE24-DF1C289AC931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29"/>
          <ac:spMkLst>
            <pc:docMk/>
            <pc:sldMk cId="721798544" sldId="399"/>
            <ac:spMk id="39" creationId="{8F2A0F55-319A-2B2D-36E1-F971691C8934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28"/>
          <ac:spMkLst>
            <pc:docMk/>
            <pc:sldMk cId="721798544" sldId="399"/>
            <ac:spMk id="40" creationId="{196179B9-1B34-A3D0-4EDA-1A919BAD4319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27"/>
          <ac:spMkLst>
            <pc:docMk/>
            <pc:sldMk cId="721798544" sldId="399"/>
            <ac:spMk id="41" creationId="{CBACEEB4-BAFD-9F6E-12B0-9622575C3E06}"/>
          </ac:spMkLst>
        </pc:spChg>
        <pc:spChg chg="add del mod">
          <ac:chgData name="홍수현" userId="S::a091267@aivle.kt.co.kr::355e1340-98b3-4d15-9622-38c4c2f5b0e4" providerId="AD" clId="Web-{812A3964-C652-89DE-8714-BEB59E8163D4}" dt="2026-04-15T06:00:07.392" v="926"/>
          <ac:spMkLst>
            <pc:docMk/>
            <pc:sldMk cId="721798544" sldId="399"/>
            <ac:spMk id="42" creationId="{331AFC1C-97AE-048D-8E30-4E57E0A07349}"/>
          </ac:spMkLst>
        </pc:spChg>
        <pc:spChg chg="add mod">
          <ac:chgData name="홍수현" userId="S::a091267@aivle.kt.co.kr::355e1340-98b3-4d15-9622-38c4c2f5b0e4" providerId="AD" clId="Web-{812A3964-C652-89DE-8714-BEB59E8163D4}" dt="2026-04-15T06:00:57.690" v="961" actId="14100"/>
          <ac:spMkLst>
            <pc:docMk/>
            <pc:sldMk cId="721798544" sldId="399"/>
            <ac:spMk id="46" creationId="{1B3B9968-3FC2-449E-98A1-43F9471135F2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52" creationId="{1ECF243A-A49E-47AD-8E45-B3DFAFF9ABD6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59" creationId="{CDC562BC-EB9C-41F0-9392-0217FD2F9ED7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60" creationId="{797326A1-F78B-4EA7-9419-733CBA521C56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63" creationId="{67955206-BE6D-40D1-BEA5-EC4D463CBC10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64" creationId="{947250BB-468F-445B-AD4D-B60A63B785C2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66" creationId="{84FD4A1D-E53F-48F6-A6B6-A63C8F2CA6A8}"/>
          </ac:spMkLst>
        </pc:spChg>
        <pc:spChg chg="add mod">
          <ac:chgData name="홍수현" userId="S::a091267@aivle.kt.co.kr::355e1340-98b3-4d15-9622-38c4c2f5b0e4" providerId="AD" clId="Web-{812A3964-C652-89DE-8714-BEB59E8163D4}" dt="2026-04-15T06:01:10.941" v="965" actId="14100"/>
          <ac:spMkLst>
            <pc:docMk/>
            <pc:sldMk cId="721798544" sldId="399"/>
            <ac:spMk id="72" creationId="{BBDFB7BA-7131-4014-A48E-BDEFE620D90E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81" creationId="{3466EF89-1407-454A-8570-258A19D47BF5}"/>
          </ac:spMkLst>
        </pc:spChg>
        <pc:spChg chg="add">
          <ac:chgData name="홍수현" userId="S::a091267@aivle.kt.co.kr::355e1340-98b3-4d15-9622-38c4c2f5b0e4" providerId="AD" clId="Web-{812A3964-C652-89DE-8714-BEB59E8163D4}" dt="2026-04-15T06:00:12.642" v="951"/>
          <ac:spMkLst>
            <pc:docMk/>
            <pc:sldMk cId="721798544" sldId="399"/>
            <ac:spMk id="82" creationId="{5F9805DA-44EE-408C-91D1-CBFFEAD0D2A6}"/>
          </ac:spMkLst>
        </pc:spChg>
        <pc:grpChg chg="mod">
          <ac:chgData name="홍수현" userId="S::a091267@aivle.kt.co.kr::355e1340-98b3-4d15-9622-38c4c2f5b0e4" providerId="AD" clId="Web-{812A3964-C652-89DE-8714-BEB59E8163D4}" dt="2026-04-15T06:01:24.222" v="969" actId="14100"/>
          <ac:grpSpMkLst>
            <pc:docMk/>
            <pc:sldMk cId="721798544" sldId="399"/>
            <ac:grpSpMk id="43" creationId="{72A40C59-26C9-4FA7-BD86-FC33855CB602}"/>
          </ac:grpSpMkLst>
        </pc:grpChg>
        <pc:picChg chg="add del mod">
          <ac:chgData name="홍수현" userId="S::a091267@aivle.kt.co.kr::355e1340-98b3-4d15-9622-38c4c2f5b0e4" providerId="AD" clId="Web-{812A3964-C652-89DE-8714-BEB59E8163D4}" dt="2026-04-15T05:05:55.105" v="105"/>
          <ac:picMkLst>
            <pc:docMk/>
            <pc:sldMk cId="721798544" sldId="399"/>
            <ac:picMk id="7" creationId="{19F508AD-67AF-A927-85C9-2FAED42CEC0C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5:06:05.137" v="107"/>
          <ac:picMkLst>
            <pc:docMk/>
            <pc:sldMk cId="721798544" sldId="399"/>
            <ac:picMk id="9" creationId="{832C2539-1595-8C84-DC30-C494ADCDE1D4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407" v="948"/>
          <ac:picMkLst>
            <pc:docMk/>
            <pc:sldMk cId="721798544" sldId="399"/>
            <ac:picMk id="13" creationId="{580652CC-C108-C359-8F09-F42273A755AC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407" v="946"/>
          <ac:picMkLst>
            <pc:docMk/>
            <pc:sldMk cId="721798544" sldId="399"/>
            <ac:picMk id="15" creationId="{D04B99CD-1CC9-2C8F-0A5B-16B661163008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44"/>
          <ac:picMkLst>
            <pc:docMk/>
            <pc:sldMk cId="721798544" sldId="399"/>
            <ac:picMk id="17" creationId="{D1594518-956A-7BA3-DD48-3074D2A7FF3E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42"/>
          <ac:picMkLst>
            <pc:docMk/>
            <pc:sldMk cId="721798544" sldId="399"/>
            <ac:picMk id="19" creationId="{646BF321-6AA5-3FBF-7F3C-1B03D31B5504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5:17:46.094" v="242"/>
          <ac:picMkLst>
            <pc:docMk/>
            <pc:sldMk cId="721798544" sldId="399"/>
            <ac:picMk id="21" creationId="{0B34715A-0AC9-AD46-DD49-DE5DB9C64D5F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5:17:46.094" v="240"/>
          <ac:picMkLst>
            <pc:docMk/>
            <pc:sldMk cId="721798544" sldId="399"/>
            <ac:picMk id="23" creationId="{D3A5F30B-771C-D495-BE2C-5ED6AAD93A6C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5:23:52.919" v="354"/>
          <ac:picMkLst>
            <pc:docMk/>
            <pc:sldMk cId="721798544" sldId="399"/>
            <ac:picMk id="25" creationId="{6B42C62E-64BA-381B-53F6-0B63D581DABB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39"/>
          <ac:picMkLst>
            <pc:docMk/>
            <pc:sldMk cId="721798544" sldId="399"/>
            <ac:picMk id="29" creationId="{BCB31A30-1E7C-CF3D-A66D-7D80455CAB78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37"/>
          <ac:picMkLst>
            <pc:docMk/>
            <pc:sldMk cId="721798544" sldId="399"/>
            <ac:picMk id="31" creationId="{F10327EF-EEC5-2B4F-E279-49D32DCA596D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35"/>
          <ac:picMkLst>
            <pc:docMk/>
            <pc:sldMk cId="721798544" sldId="399"/>
            <ac:picMk id="33" creationId="{28DD99EB-3A35-8710-DFC9-8C5DC339F1BC}"/>
          </ac:picMkLst>
        </pc:picChg>
        <pc:picChg chg="add del mod">
          <ac:chgData name="홍수현" userId="S::a091267@aivle.kt.co.kr::355e1340-98b3-4d15-9622-38c4c2f5b0e4" providerId="AD" clId="Web-{812A3964-C652-89DE-8714-BEB59E8163D4}" dt="2026-04-15T06:00:07.392" v="933"/>
          <ac:picMkLst>
            <pc:docMk/>
            <pc:sldMk cId="721798544" sldId="399"/>
            <ac:picMk id="35" creationId="{FFFABC0A-6DBF-ECAD-297B-DB33D4ABE537}"/>
          </ac:picMkLst>
        </pc:picChg>
        <pc:cxnChg chg="mod">
          <ac:chgData name="홍수현" userId="S::a091267@aivle.kt.co.kr::355e1340-98b3-4d15-9622-38c4c2f5b0e4" providerId="AD" clId="Web-{812A3964-C652-89DE-8714-BEB59E8163D4}" dt="2026-04-15T06:00:57.690" v="961" actId="14100"/>
          <ac:cxnSpMkLst>
            <pc:docMk/>
            <pc:sldMk cId="721798544" sldId="399"/>
            <ac:cxnSpMk id="86" creationId="{CB8BC916-9873-47C2-A77D-044AFDC218D5}"/>
          </ac:cxnSpMkLst>
        </pc:cxnChg>
      </pc:sldChg>
      <pc:sldChg chg="addSp delSp modSp">
        <pc:chgData name="홍수현" userId="S::a091267@aivle.kt.co.kr::355e1340-98b3-4d15-9622-38c4c2f5b0e4" providerId="AD" clId="Web-{812A3964-C652-89DE-8714-BEB59E8163D4}" dt="2026-04-15T05:03:48.361" v="100" actId="14100"/>
        <pc:sldMkLst>
          <pc:docMk/>
          <pc:sldMk cId="3651737433" sldId="511"/>
        </pc:sldMkLst>
        <pc:spChg chg="add mod">
          <ac:chgData name="홍수현" userId="S::a091267@aivle.kt.co.kr::355e1340-98b3-4d15-9622-38c4c2f5b0e4" providerId="AD" clId="Web-{812A3964-C652-89DE-8714-BEB59E8163D4}" dt="2026-04-15T05:03:48.361" v="100" actId="14100"/>
          <ac:spMkLst>
            <pc:docMk/>
            <pc:sldMk cId="3651737433" sldId="511"/>
            <ac:spMk id="3" creationId="{6DB6BDAB-9283-AD94-0F74-AC1EB1DC5997}"/>
          </ac:spMkLst>
        </pc:spChg>
        <pc:spChg chg="mod">
          <ac:chgData name="홍수현" userId="S::a091267@aivle.kt.co.kr::355e1340-98b3-4d15-9622-38c4c2f5b0e4" providerId="AD" clId="Web-{812A3964-C652-89DE-8714-BEB59E8163D4}" dt="2026-04-15T04:56:15.309" v="23" actId="20577"/>
          <ac:spMkLst>
            <pc:docMk/>
            <pc:sldMk cId="3651737433" sldId="511"/>
            <ac:spMk id="4" creationId="{00000000-0000-0000-0000-000000000000}"/>
          </ac:spMkLst>
        </pc:spChg>
        <pc:spChg chg="del mod">
          <ac:chgData name="홍수현" userId="S::a091267@aivle.kt.co.kr::355e1340-98b3-4d15-9622-38c4c2f5b0e4" providerId="AD" clId="Web-{812A3964-C652-89DE-8714-BEB59E8163D4}" dt="2026-04-15T05:00:57.611" v="62"/>
          <ac:spMkLst>
            <pc:docMk/>
            <pc:sldMk cId="3651737433" sldId="511"/>
            <ac:spMk id="5" creationId="{00000000-0000-0000-0000-000000000000}"/>
          </ac:spMkLst>
        </pc:spChg>
        <pc:spChg chg="mod">
          <ac:chgData name="홍수현" userId="S::a091267@aivle.kt.co.kr::355e1340-98b3-4d15-9622-38c4c2f5b0e4" providerId="AD" clId="Web-{812A3964-C652-89DE-8714-BEB59E8163D4}" dt="2026-04-15T05:01:37.440" v="74"/>
          <ac:spMkLst>
            <pc:docMk/>
            <pc:sldMk cId="3651737433" sldId="511"/>
            <ac:spMk id="8" creationId="{00000000-0000-0000-0000-000000000000}"/>
          </ac:spMkLst>
        </pc:spChg>
      </pc:sldChg>
      <pc:sldChg chg="modSp">
        <pc:chgData name="홍수현" userId="S::a091267@aivle.kt.co.kr::355e1340-98b3-4d15-9622-38c4c2f5b0e4" providerId="AD" clId="Web-{812A3964-C652-89DE-8714-BEB59E8163D4}" dt="2026-04-15T04:56:59.482" v="51" actId="20577"/>
        <pc:sldMkLst>
          <pc:docMk/>
          <pc:sldMk cId="2832051812" sldId="512"/>
        </pc:sldMkLst>
        <pc:spChg chg="mod">
          <ac:chgData name="홍수현" userId="S::a091267@aivle.kt.co.kr::355e1340-98b3-4d15-9622-38c4c2f5b0e4" providerId="AD" clId="Web-{812A3964-C652-89DE-8714-BEB59E8163D4}" dt="2026-04-15T04:56:59.482" v="51" actId="20577"/>
          <ac:spMkLst>
            <pc:docMk/>
            <pc:sldMk cId="2832051812" sldId="512"/>
            <ac:spMk id="4" creationId="{00000000-0000-0000-0000-000000000000}"/>
          </ac:spMkLst>
        </pc:spChg>
      </pc:sldChg>
      <pc:sldChg chg="addSp modSp">
        <pc:chgData name="홍수현" userId="S::a091267@aivle.kt.co.kr::355e1340-98b3-4d15-9622-38c4c2f5b0e4" providerId="AD" clId="Web-{812A3964-C652-89DE-8714-BEB59E8163D4}" dt="2026-04-15T05:18:39.736" v="256" actId="20577"/>
        <pc:sldMkLst>
          <pc:docMk/>
          <pc:sldMk cId="361016816" sldId="514"/>
        </pc:sldMkLst>
        <pc:spChg chg="add mod">
          <ac:chgData name="홍수현" userId="S::a091267@aivle.kt.co.kr::355e1340-98b3-4d15-9622-38c4c2f5b0e4" providerId="AD" clId="Web-{812A3964-C652-89DE-8714-BEB59E8163D4}" dt="2026-04-15T05:18:39.736" v="256" actId="20577"/>
          <ac:spMkLst>
            <pc:docMk/>
            <pc:sldMk cId="361016816" sldId="514"/>
            <ac:spMk id="4" creationId="{D25EA4A1-B47D-3473-12B8-831E228E3AC7}"/>
          </ac:spMkLst>
        </pc:spChg>
      </pc:sldChg>
      <pc:sldChg chg="add del replId">
        <pc:chgData name="홍수현" userId="S::a091267@aivle.kt.co.kr::355e1340-98b3-4d15-9622-38c4c2f5b0e4" providerId="AD" clId="Web-{812A3964-C652-89DE-8714-BEB59E8163D4}" dt="2026-04-15T04:57:01.013" v="52"/>
        <pc:sldMkLst>
          <pc:docMk/>
          <pc:sldMk cId="2230989821" sldId="516"/>
        </pc:sldMkLst>
      </pc:sldChg>
      <pc:sldChg chg="modSp add ord replId">
        <pc:chgData name="홍수현" userId="S::a091267@aivle.kt.co.kr::355e1340-98b3-4d15-9622-38c4c2f5b0e4" providerId="AD" clId="Web-{812A3964-C652-89DE-8714-BEB59E8163D4}" dt="2026-04-15T04:56:49.169" v="46"/>
        <pc:sldMkLst>
          <pc:docMk/>
          <pc:sldMk cId="1929451159" sldId="517"/>
        </pc:sldMkLst>
        <pc:spChg chg="mod">
          <ac:chgData name="홍수현" userId="S::a091267@aivle.kt.co.kr::355e1340-98b3-4d15-9622-38c4c2f5b0e4" providerId="AD" clId="Web-{812A3964-C652-89DE-8714-BEB59E8163D4}" dt="2026-04-15T04:56:47.013" v="45" actId="20577"/>
          <ac:spMkLst>
            <pc:docMk/>
            <pc:sldMk cId="1929451159" sldId="517"/>
            <ac:spMk id="4" creationId="{93BE78D6-0124-9514-513E-31F2E124856E}"/>
          </ac:spMkLst>
        </pc:spChg>
      </pc:sldChg>
      <pc:sldChg chg="modSp add replId">
        <pc:chgData name="홍수현" userId="S::a091267@aivle.kt.co.kr::355e1340-98b3-4d15-9622-38c4c2f5b0e4" providerId="AD" clId="Web-{812A3964-C652-89DE-8714-BEB59E8163D4}" dt="2026-04-15T05:08:45.222" v="151" actId="20577"/>
        <pc:sldMkLst>
          <pc:docMk/>
          <pc:sldMk cId="176259502" sldId="519"/>
        </pc:sldMkLst>
        <pc:spChg chg="mod">
          <ac:chgData name="홍수현" userId="S::a091267@aivle.kt.co.kr::355e1340-98b3-4d15-9622-38c4c2f5b0e4" providerId="AD" clId="Web-{812A3964-C652-89DE-8714-BEB59E8163D4}" dt="2026-04-15T05:08:45.222" v="151" actId="20577"/>
          <ac:spMkLst>
            <pc:docMk/>
            <pc:sldMk cId="176259502" sldId="519"/>
            <ac:spMk id="5" creationId="{0D299F61-7FA3-BF83-85FE-E417A25020B0}"/>
          </ac:spMkLst>
        </pc:spChg>
        <pc:spChg chg="mod">
          <ac:chgData name="홍수현" userId="S::a091267@aivle.kt.co.kr::355e1340-98b3-4d15-9622-38c4c2f5b0e4" providerId="AD" clId="Web-{812A3964-C652-89DE-8714-BEB59E8163D4}" dt="2026-04-15T05:08:18.315" v="130" actId="20577"/>
          <ac:spMkLst>
            <pc:docMk/>
            <pc:sldMk cId="176259502" sldId="519"/>
            <ac:spMk id="8" creationId="{19188729-7E9F-86D4-0871-227BBFC1686D}"/>
          </ac:spMkLst>
        </pc:spChg>
      </pc:sldChg>
      <pc:sldChg chg="delSp modSp ord">
        <pc:chgData name="홍수현" userId="S::a091267@aivle.kt.co.kr::355e1340-98b3-4d15-9622-38c4c2f5b0e4" providerId="AD" clId="Web-{812A3964-C652-89DE-8714-BEB59E8163D4}" dt="2026-04-15T06:00:11.298" v="950"/>
        <pc:sldMkLst>
          <pc:docMk/>
          <pc:sldMk cId="382721037" sldId="521"/>
        </pc:sldMkLst>
        <pc:spChg chg="del">
          <ac:chgData name="홍수현" userId="S::a091267@aivle.kt.co.kr::355e1340-98b3-4d15-9622-38c4c2f5b0e4" providerId="AD" clId="Web-{812A3964-C652-89DE-8714-BEB59E8163D4}" dt="2026-04-15T05:55:51.190" v="871"/>
          <ac:spMkLst>
            <pc:docMk/>
            <pc:sldMk cId="382721037" sldId="521"/>
            <ac:spMk id="3" creationId="{3F3CB307-8EEE-501C-31EA-10D64EF0D4AB}"/>
          </ac:spMkLst>
        </pc:spChg>
        <pc:spChg chg="del">
          <ac:chgData name="홍수현" userId="S::a091267@aivle.kt.co.kr::355e1340-98b3-4d15-9622-38c4c2f5b0e4" providerId="AD" clId="Web-{812A3964-C652-89DE-8714-BEB59E8163D4}" dt="2026-04-15T05:55:43.518" v="869"/>
          <ac:spMkLst>
            <pc:docMk/>
            <pc:sldMk cId="382721037" sldId="521"/>
            <ac:spMk id="4" creationId="{5E247053-74A3-C218-2B29-BFDD5EBD2177}"/>
          </ac:spMkLst>
        </pc:spChg>
        <pc:spChg chg="mod">
          <ac:chgData name="홍수현" userId="S::a091267@aivle.kt.co.kr::355e1340-98b3-4d15-9622-38c4c2f5b0e4" providerId="AD" clId="Web-{812A3964-C652-89DE-8714-BEB59E8163D4}" dt="2026-04-15T05:59:50.844" v="925" actId="20577"/>
          <ac:spMkLst>
            <pc:docMk/>
            <pc:sldMk cId="382721037" sldId="521"/>
            <ac:spMk id="10" creationId="{1B3B9968-3FC2-449E-98A1-43F9471135F2}"/>
          </ac:spMkLst>
        </pc:spChg>
        <pc:spChg chg="mod">
          <ac:chgData name="홍수현" userId="S::a091267@aivle.kt.co.kr::355e1340-98b3-4d15-9622-38c4c2f5b0e4" providerId="AD" clId="Web-{812A3964-C652-89DE-8714-BEB59E8163D4}" dt="2026-04-15T05:58:51.826" v="886" actId="20577"/>
          <ac:spMkLst>
            <pc:docMk/>
            <pc:sldMk cId="382721037" sldId="521"/>
            <ac:spMk id="23" creationId="{CDC562BC-EB9C-41F0-9392-0217FD2F9ED7}"/>
          </ac:spMkLst>
        </pc:spChg>
        <pc:spChg chg="mod">
          <ac:chgData name="홍수현" userId="S::a091267@aivle.kt.co.kr::355e1340-98b3-4d15-9622-38c4c2f5b0e4" providerId="AD" clId="Web-{812A3964-C652-89DE-8714-BEB59E8163D4}" dt="2026-04-15T05:59:11.764" v="903" actId="20577"/>
          <ac:spMkLst>
            <pc:docMk/>
            <pc:sldMk cId="382721037" sldId="521"/>
            <ac:spMk id="27" creationId="{67955206-BE6D-40D1-BEA5-EC4D463CBC10}"/>
          </ac:spMkLst>
        </pc:spChg>
        <pc:spChg chg="mod">
          <ac:chgData name="홍수현" userId="S::a091267@aivle.kt.co.kr::355e1340-98b3-4d15-9622-38c4c2f5b0e4" providerId="AD" clId="Web-{812A3964-C652-89DE-8714-BEB59E8163D4}" dt="2026-04-15T05:59:17.374" v="910" actId="20577"/>
          <ac:spMkLst>
            <pc:docMk/>
            <pc:sldMk cId="382721037" sldId="521"/>
            <ac:spMk id="28" creationId="{947250BB-468F-445B-AD4D-B60A63B785C2}"/>
          </ac:spMkLst>
        </pc:spChg>
        <pc:spChg chg="mod">
          <ac:chgData name="홍수현" userId="S::a091267@aivle.kt.co.kr::355e1340-98b3-4d15-9622-38c4c2f5b0e4" providerId="AD" clId="Web-{812A3964-C652-89DE-8714-BEB59E8163D4}" dt="2026-04-15T05:59:39.640" v="919" actId="20577"/>
          <ac:spMkLst>
            <pc:docMk/>
            <pc:sldMk cId="382721037" sldId="521"/>
            <ac:spMk id="36" creationId="{BBDFB7BA-7131-4014-A48E-BDEFE620D90E}"/>
          </ac:spMkLst>
        </pc:spChg>
        <pc:spChg chg="mod">
          <ac:chgData name="홍수현" userId="S::a091267@aivle.kt.co.kr::355e1340-98b3-4d15-9622-38c4c2f5b0e4" providerId="AD" clId="Web-{812A3964-C652-89DE-8714-BEB59E8163D4}" dt="2026-04-15T05:59:05.561" v="895" actId="20577"/>
          <ac:spMkLst>
            <pc:docMk/>
            <pc:sldMk cId="382721037" sldId="521"/>
            <ac:spMk id="48" creationId="{91859AE7-5475-4AB0-A70E-363886AAA8D3}"/>
          </ac:spMkLst>
        </pc:spChg>
        <pc:grpChg chg="del mod">
          <ac:chgData name="홍수현" userId="S::a091267@aivle.kt.co.kr::355e1340-98b3-4d15-9622-38c4c2f5b0e4" providerId="AD" clId="Web-{812A3964-C652-89DE-8714-BEB59E8163D4}" dt="2026-04-15T06:00:11.298" v="950"/>
          <ac:grpSpMkLst>
            <pc:docMk/>
            <pc:sldMk cId="382721037" sldId="521"/>
            <ac:grpSpMk id="7" creationId="{72A40C59-26C9-4FA7-BD86-FC33855CB602}"/>
          </ac:grpSpMkLst>
        </pc:grpChg>
        <pc:picChg chg="mod">
          <ac:chgData name="홍수현" userId="S::a091267@aivle.kt.co.kr::355e1340-98b3-4d15-9622-38c4c2f5b0e4" providerId="AD" clId="Web-{812A3964-C652-89DE-8714-BEB59E8163D4}" dt="2026-04-15T05:53:24.176" v="867" actId="1076"/>
          <ac:picMkLst>
            <pc:docMk/>
            <pc:sldMk cId="382721037" sldId="521"/>
            <ac:picMk id="6" creationId="{43B0DEFA-9C2B-2296-C825-41E72800FE03}"/>
          </ac:picMkLst>
        </pc:picChg>
        <pc:cxnChg chg="mod">
          <ac:chgData name="홍수현" userId="S::a091267@aivle.kt.co.kr::355e1340-98b3-4d15-9622-38c4c2f5b0e4" providerId="AD" clId="Web-{812A3964-C652-89DE-8714-BEB59E8163D4}" dt="2026-04-15T06:00:11.298" v="950"/>
          <ac:cxnSpMkLst>
            <pc:docMk/>
            <pc:sldMk cId="382721037" sldId="521"/>
            <ac:cxnSpMk id="31" creationId="{E0D8CD0A-6E0D-4A6A-B2F0-CF020BFF65C0}"/>
          </ac:cxnSpMkLst>
        </pc:cxnChg>
        <pc:cxnChg chg="mod">
          <ac:chgData name="홍수현" userId="S::a091267@aivle.kt.co.kr::355e1340-98b3-4d15-9622-38c4c2f5b0e4" providerId="AD" clId="Web-{812A3964-C652-89DE-8714-BEB59E8163D4}" dt="2026-04-15T06:00:11.298" v="950"/>
          <ac:cxnSpMkLst>
            <pc:docMk/>
            <pc:sldMk cId="382721037" sldId="521"/>
            <ac:cxnSpMk id="47" creationId="{6790FF46-217A-45F6-8427-4D890B27F6FB}"/>
          </ac:cxnSpMkLst>
        </pc:cxnChg>
        <pc:cxnChg chg="mod">
          <ac:chgData name="홍수현" userId="S::a091267@aivle.kt.co.kr::355e1340-98b3-4d15-9622-38c4c2f5b0e4" providerId="AD" clId="Web-{812A3964-C652-89DE-8714-BEB59E8163D4}" dt="2026-04-15T06:00:11.298" v="950"/>
          <ac:cxnSpMkLst>
            <pc:docMk/>
            <pc:sldMk cId="382721037" sldId="521"/>
            <ac:cxnSpMk id="49" creationId="{84953973-2435-483A-8D39-593F5D6897DC}"/>
          </ac:cxnSpMkLst>
        </pc:cxnChg>
        <pc:cxnChg chg="mod">
          <ac:chgData name="홍수현" userId="S::a091267@aivle.kt.co.kr::355e1340-98b3-4d15-9622-38c4c2f5b0e4" providerId="AD" clId="Web-{812A3964-C652-89DE-8714-BEB59E8163D4}" dt="2026-04-15T06:00:11.298" v="950"/>
          <ac:cxnSpMkLst>
            <pc:docMk/>
            <pc:sldMk cId="382721037" sldId="521"/>
            <ac:cxnSpMk id="50" creationId="{CB8BC916-9873-47C2-A77D-044AFDC218D5}"/>
          </ac:cxnSpMkLst>
        </pc:cxnChg>
      </pc:sldChg>
    </pc:docChg>
  </pc:docChgLst>
  <pc:docChgLst>
    <pc:chgData name="홍수현" userId="S::a091267@aivle.kt.co.kr::355e1340-98b3-4d15-9622-38c4c2f5b0e4" providerId="AD" clId="Web-{B0FDA1EE-3F09-7269-E533-5DFC0393E9B4}"/>
    <pc:docChg chg="modSld sldOrd">
      <pc:chgData name="홍수현" userId="S::a091267@aivle.kt.co.kr::355e1340-98b3-4d15-9622-38c4c2f5b0e4" providerId="AD" clId="Web-{B0FDA1EE-3F09-7269-E533-5DFC0393E9B4}" dt="2026-04-15T07:08:31.709" v="354" actId="14100"/>
      <pc:docMkLst>
        <pc:docMk/>
      </pc:docMkLst>
      <pc:sldChg chg="addSp delSp modSp">
        <pc:chgData name="홍수현" userId="S::a091267@aivle.kt.co.kr::355e1340-98b3-4d15-9622-38c4c2f5b0e4" providerId="AD" clId="Web-{B0FDA1EE-3F09-7269-E533-5DFC0393E9B4}" dt="2026-04-15T07:08:31.709" v="354" actId="14100"/>
        <pc:sldMkLst>
          <pc:docMk/>
          <pc:sldMk cId="721798544" sldId="399"/>
        </pc:sldMkLst>
        <pc:spChg chg="add mod">
          <ac:chgData name="홍수현" userId="S::a091267@aivle.kt.co.kr::355e1340-98b3-4d15-9622-38c4c2f5b0e4" providerId="AD" clId="Web-{B0FDA1EE-3F09-7269-E533-5DFC0393E9B4}" dt="2026-04-15T06:05:47.174" v="75" actId="1076"/>
          <ac:spMkLst>
            <pc:docMk/>
            <pc:sldMk cId="721798544" sldId="399"/>
            <ac:spMk id="8" creationId="{2A0BE7A7-68D6-053E-0DD1-B0A5935D7350}"/>
          </ac:spMkLst>
        </pc:spChg>
        <pc:spChg chg="mod">
          <ac:chgData name="홍수현" userId="S::a091267@aivle.kt.co.kr::355e1340-98b3-4d15-9622-38c4c2f5b0e4" providerId="AD" clId="Web-{B0FDA1EE-3F09-7269-E533-5DFC0393E9B4}" dt="2026-04-15T06:08:33.145" v="135" actId="1076"/>
          <ac:spMkLst>
            <pc:docMk/>
            <pc:sldMk cId="721798544" sldId="399"/>
            <ac:spMk id="46" creationId="{1B3B9968-3FC2-449E-98A1-43F9471135F2}"/>
          </ac:spMkLst>
        </pc:spChg>
        <pc:spChg chg="mod">
          <ac:chgData name="홍수현" userId="S::a091267@aivle.kt.co.kr::355e1340-98b3-4d15-9622-38c4c2f5b0e4" providerId="AD" clId="Web-{B0FDA1EE-3F09-7269-E533-5DFC0393E9B4}" dt="2026-04-15T06:11:47.101" v="158" actId="1076"/>
          <ac:spMkLst>
            <pc:docMk/>
            <pc:sldMk cId="721798544" sldId="399"/>
            <ac:spMk id="48" creationId="{41DE5E6D-0754-4651-A166-B729BDCF2E16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5:33.033" v="69"/>
          <ac:spMkLst>
            <pc:docMk/>
            <pc:sldMk cId="721798544" sldId="399"/>
            <ac:spMk id="49" creationId="{9C17B032-12D5-465D-A42A-756D26257037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12:09.962" v="164" actId="1076"/>
          <ac:spMkLst>
            <pc:docMk/>
            <pc:sldMk cId="721798544" sldId="399"/>
            <ac:spMk id="51" creationId="{0C7F9DC1-CFE1-4358-B6AE-68EF9E0D7CB9}"/>
          </ac:spMkLst>
        </pc:spChg>
        <pc:spChg chg="mod">
          <ac:chgData name="홍수현" userId="S::a091267@aivle.kt.co.kr::355e1340-98b3-4d15-9622-38c4c2f5b0e4" providerId="AD" clId="Web-{B0FDA1EE-3F09-7269-E533-5DFC0393E9B4}" dt="2026-04-15T06:11:53.398" v="161" actId="1076"/>
          <ac:spMkLst>
            <pc:docMk/>
            <pc:sldMk cId="721798544" sldId="399"/>
            <ac:spMk id="52" creationId="{1ECF243A-A49E-47AD-8E45-B3DFAFF9ABD6}"/>
          </ac:spMkLst>
        </pc:spChg>
        <pc:spChg chg="del mod">
          <ac:chgData name="홍수현" userId="S::a091267@aivle.kt.co.kr::355e1340-98b3-4d15-9622-38c4c2f5b0e4" providerId="AD" clId="Web-{B0FDA1EE-3F09-7269-E533-5DFC0393E9B4}" dt="2026-04-15T06:10:21.506" v="152"/>
          <ac:spMkLst>
            <pc:docMk/>
            <pc:sldMk cId="721798544" sldId="399"/>
            <ac:spMk id="55" creationId="{F2CB1111-ECDD-4D4B-83B7-83E9AED6EEBA}"/>
          </ac:spMkLst>
        </pc:spChg>
        <pc:spChg chg="mod">
          <ac:chgData name="홍수현" userId="S::a091267@aivle.kt.co.kr::355e1340-98b3-4d15-9622-38c4c2f5b0e4" providerId="AD" clId="Web-{B0FDA1EE-3F09-7269-E533-5DFC0393E9B4}" dt="2026-04-15T06:11:47.132" v="159" actId="1076"/>
          <ac:spMkLst>
            <pc:docMk/>
            <pc:sldMk cId="721798544" sldId="399"/>
            <ac:spMk id="56" creationId="{CBB2A08D-7C64-4719-9810-0F53A5151A38}"/>
          </ac:spMkLst>
        </pc:spChg>
        <pc:spChg chg="mod">
          <ac:chgData name="홍수현" userId="S::a091267@aivle.kt.co.kr::355e1340-98b3-4d15-9622-38c4c2f5b0e4" providerId="AD" clId="Web-{B0FDA1EE-3F09-7269-E533-5DFC0393E9B4}" dt="2026-04-15T06:08:33.161" v="136" actId="1076"/>
          <ac:spMkLst>
            <pc:docMk/>
            <pc:sldMk cId="721798544" sldId="399"/>
            <ac:spMk id="59" creationId="{CDC562BC-EB9C-41F0-9392-0217FD2F9ED7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5:33.033" v="69"/>
          <ac:spMkLst>
            <pc:docMk/>
            <pc:sldMk cId="721798544" sldId="399"/>
            <ac:spMk id="61" creationId="{C0CC48AA-3D63-4F3A-A9F0-F1DC87436287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9:09.818" v="147" actId="1076"/>
          <ac:spMkLst>
            <pc:docMk/>
            <pc:sldMk cId="721798544" sldId="399"/>
            <ac:spMk id="63" creationId="{67955206-BE6D-40D1-BEA5-EC4D463CBC10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9:05.083" v="146" actId="1076"/>
          <ac:spMkLst>
            <pc:docMk/>
            <pc:sldMk cId="721798544" sldId="399"/>
            <ac:spMk id="64" creationId="{947250BB-468F-445B-AD4D-B60A63B785C2}"/>
          </ac:spMkLst>
        </pc:spChg>
        <pc:spChg chg="del mod topLvl">
          <ac:chgData name="홍수현" userId="S::a091267@aivle.kt.co.kr::355e1340-98b3-4d15-9622-38c4c2f5b0e4" providerId="AD" clId="Web-{B0FDA1EE-3F09-7269-E533-5DFC0393E9B4}" dt="2026-04-15T06:08:46.723" v="139"/>
          <ac:spMkLst>
            <pc:docMk/>
            <pc:sldMk cId="721798544" sldId="399"/>
            <ac:spMk id="66" creationId="{84FD4A1D-E53F-48F6-A6B6-A63C8F2CA6A8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5:33.033" v="69"/>
          <ac:spMkLst>
            <pc:docMk/>
            <pc:sldMk cId="721798544" sldId="399"/>
            <ac:spMk id="69" creationId="{3540F490-5AEF-49EB-939E-74B15C723D7D}"/>
          </ac:spMkLst>
        </pc:spChg>
        <pc:spChg chg="mod">
          <ac:chgData name="홍수현" userId="S::a091267@aivle.kt.co.kr::355e1340-98b3-4d15-9622-38c4c2f5b0e4" providerId="AD" clId="Web-{B0FDA1EE-3F09-7269-E533-5DFC0393E9B4}" dt="2026-04-15T06:02:47.279" v="9"/>
          <ac:spMkLst>
            <pc:docMk/>
            <pc:sldMk cId="721798544" sldId="399"/>
            <ac:spMk id="71" creationId="{E7178624-6521-45B5-AE75-A70F51F47CB5}"/>
          </ac:spMkLst>
        </pc:spChg>
        <pc:spChg chg="mod">
          <ac:chgData name="홍수현" userId="S::a091267@aivle.kt.co.kr::355e1340-98b3-4d15-9622-38c4c2f5b0e4" providerId="AD" clId="Web-{B0FDA1EE-3F09-7269-E533-5DFC0393E9B4}" dt="2026-04-15T06:08:33.192" v="137" actId="1076"/>
          <ac:spMkLst>
            <pc:docMk/>
            <pc:sldMk cId="721798544" sldId="399"/>
            <ac:spMk id="72" creationId="{BBDFB7BA-7131-4014-A48E-BDEFE620D90E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11:43.413" v="156" actId="1076"/>
          <ac:spMkLst>
            <pc:docMk/>
            <pc:sldMk cId="721798544" sldId="399"/>
            <ac:spMk id="74" creationId="{D59A35C4-F17B-496C-B012-6D36163F95DD}"/>
          </ac:spMkLst>
        </pc:spChg>
        <pc:spChg chg="mod">
          <ac:chgData name="홍수현" userId="S::a091267@aivle.kt.co.kr::355e1340-98b3-4d15-9622-38c4c2f5b0e4" providerId="AD" clId="Web-{B0FDA1EE-3F09-7269-E533-5DFC0393E9B4}" dt="2026-04-15T06:04:13.484" v="44" actId="20577"/>
          <ac:spMkLst>
            <pc:docMk/>
            <pc:sldMk cId="721798544" sldId="399"/>
            <ac:spMk id="75" creationId="{D719CF5A-EA23-49ED-920B-51D6B958DBC5}"/>
          </ac:spMkLst>
        </pc:spChg>
        <pc:spChg chg="mod">
          <ac:chgData name="홍수현" userId="S::a091267@aivle.kt.co.kr::355e1340-98b3-4d15-9622-38c4c2f5b0e4" providerId="AD" clId="Web-{B0FDA1EE-3F09-7269-E533-5DFC0393E9B4}" dt="2026-04-15T06:05:47.033" v="70" actId="1076"/>
          <ac:spMkLst>
            <pc:docMk/>
            <pc:sldMk cId="721798544" sldId="399"/>
            <ac:spMk id="78" creationId="{6CDCFEBB-C7A5-425C-B460-48F757EC79E3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5:47.111" v="73" actId="1076"/>
          <ac:spMkLst>
            <pc:docMk/>
            <pc:sldMk cId="721798544" sldId="399"/>
            <ac:spMk id="81" creationId="{3466EF89-1407-454A-8570-258A19D47BF5}"/>
          </ac:spMkLst>
        </pc:spChg>
        <pc:spChg chg="mod">
          <ac:chgData name="홍수현" userId="S::a091267@aivle.kt.co.kr::355e1340-98b3-4d15-9622-38c4c2f5b0e4" providerId="AD" clId="Web-{B0FDA1EE-3F09-7269-E533-5DFC0393E9B4}" dt="2026-04-15T06:11:43.444" v="157" actId="1076"/>
          <ac:spMkLst>
            <pc:docMk/>
            <pc:sldMk cId="721798544" sldId="399"/>
            <ac:spMk id="82" creationId="{5F9805DA-44EE-408C-91D1-CBFFEAD0D2A6}"/>
          </ac:spMkLst>
        </pc:spChg>
        <pc:spChg chg="mod topLvl">
          <ac:chgData name="홍수현" userId="S::a091267@aivle.kt.co.kr::355e1340-98b3-4d15-9622-38c4c2f5b0e4" providerId="AD" clId="Web-{B0FDA1EE-3F09-7269-E533-5DFC0393E9B4}" dt="2026-04-15T06:08:59.208" v="144" actId="1076"/>
          <ac:spMkLst>
            <pc:docMk/>
            <pc:sldMk cId="721798544" sldId="399"/>
            <ac:spMk id="84" creationId="{91859AE7-5475-4AB0-A70E-363886AAA8D3}"/>
          </ac:spMkLst>
        </pc:spChg>
        <pc:grpChg chg="mod">
          <ac:chgData name="홍수현" userId="S::a091267@aivle.kt.co.kr::355e1340-98b3-4d15-9622-38c4c2f5b0e4" providerId="AD" clId="Web-{B0FDA1EE-3F09-7269-E533-5DFC0393E9B4}" dt="2026-04-15T06:02:03.980" v="0" actId="1076"/>
          <ac:grpSpMkLst>
            <pc:docMk/>
            <pc:sldMk cId="721798544" sldId="399"/>
            <ac:grpSpMk id="43" creationId="{72A40C59-26C9-4FA7-BD86-FC33855CB602}"/>
          </ac:grpSpMkLst>
        </pc:grpChg>
        <pc:grpChg chg="mod">
          <ac:chgData name="홍수현" userId="S::a091267@aivle.kt.co.kr::355e1340-98b3-4d15-9622-38c4c2f5b0e4" providerId="AD" clId="Web-{B0FDA1EE-3F09-7269-E533-5DFC0393E9B4}" dt="2026-04-15T06:12:09.929" v="163" actId="1076"/>
          <ac:grpSpMkLst>
            <pc:docMk/>
            <pc:sldMk cId="721798544" sldId="399"/>
            <ac:grpSpMk id="50" creationId="{1B8CEC9B-06F0-4286-A763-35FBCC9AB77D}"/>
          </ac:grpSpMkLst>
        </pc:grpChg>
        <pc:picChg chg="del">
          <ac:chgData name="홍수현" userId="S::a091267@aivle.kt.co.kr::355e1340-98b3-4d15-9622-38c4c2f5b0e4" providerId="AD" clId="Web-{B0FDA1EE-3F09-7269-E533-5DFC0393E9B4}" dt="2026-04-15T06:08:43.130" v="138"/>
          <ac:picMkLst>
            <pc:docMk/>
            <pc:sldMk cId="721798544" sldId="399"/>
            <ac:picMk id="62" creationId="{9B16152E-46AE-4036-96BB-6EF011CB4D35}"/>
          </ac:picMkLst>
        </pc:picChg>
        <pc:cxnChg chg="add mod">
          <ac:chgData name="홍수현" userId="S::a091267@aivle.kt.co.kr::355e1340-98b3-4d15-9622-38c4c2f5b0e4" providerId="AD" clId="Web-{B0FDA1EE-3F09-7269-E533-5DFC0393E9B4}" dt="2026-04-15T06:05:47.142" v="74" actId="1076"/>
          <ac:cxnSpMkLst>
            <pc:docMk/>
            <pc:sldMk cId="721798544" sldId="399"/>
            <ac:cxnSpMk id="6" creationId="{13FBEA04-C616-A2A5-6D52-DE2711EB607E}"/>
          </ac:cxnSpMkLst>
        </pc:cxnChg>
        <pc:cxnChg chg="add mod">
          <ac:chgData name="홍수현" userId="S::a091267@aivle.kt.co.kr::355e1340-98b3-4d15-9622-38c4c2f5b0e4" providerId="AD" clId="Web-{B0FDA1EE-3F09-7269-E533-5DFC0393E9B4}" dt="2026-04-15T06:12:13.382" v="165" actId="14100"/>
          <ac:cxnSpMkLst>
            <pc:docMk/>
            <pc:sldMk cId="721798544" sldId="399"/>
            <ac:cxnSpMk id="9" creationId="{2812C746-E61F-2231-63EF-46D8367F331F}"/>
          </ac:cxnSpMkLst>
        </pc:cxnChg>
        <pc:cxnChg chg="mod">
          <ac:chgData name="홍수현" userId="S::a091267@aivle.kt.co.kr::355e1340-98b3-4d15-9622-38c4c2f5b0e4" providerId="AD" clId="Web-{B0FDA1EE-3F09-7269-E533-5DFC0393E9B4}" dt="2026-04-15T06:12:18.961" v="166" actId="1076"/>
          <ac:cxnSpMkLst>
            <pc:docMk/>
            <pc:sldMk cId="721798544" sldId="399"/>
            <ac:cxnSpMk id="53" creationId="{E7A09721-A4FB-4E68-826F-909EC28C262E}"/>
          </ac:cxnSpMkLst>
        </pc:cxnChg>
        <pc:cxnChg chg="del">
          <ac:chgData name="홍수현" userId="S::a091267@aivle.kt.co.kr::355e1340-98b3-4d15-9622-38c4c2f5b0e4" providerId="AD" clId="Web-{B0FDA1EE-3F09-7269-E533-5DFC0393E9B4}" dt="2026-04-15T06:10:22.225" v="153"/>
          <ac:cxnSpMkLst>
            <pc:docMk/>
            <pc:sldMk cId="721798544" sldId="399"/>
            <ac:cxnSpMk id="54" creationId="{A544E6DD-40AF-4D7A-AF01-876CADCBE160}"/>
          </ac:cxnSpMkLst>
        </pc:cxnChg>
        <pc:cxnChg chg="del">
          <ac:chgData name="홍수현" userId="S::a091267@aivle.kt.co.kr::355e1340-98b3-4d15-9622-38c4c2f5b0e4" providerId="AD" clId="Web-{B0FDA1EE-3F09-7269-E533-5DFC0393E9B4}" dt="2026-04-15T06:08:47.052" v="140"/>
          <ac:cxnSpMkLst>
            <pc:docMk/>
            <pc:sldMk cId="721798544" sldId="399"/>
            <ac:cxnSpMk id="65" creationId="{1C2B95C0-8426-4829-961D-F21329A34A47}"/>
          </ac:cxnSpMkLst>
        </pc:cxnChg>
        <pc:cxnChg chg="mod">
          <ac:chgData name="홍수현" userId="S::a091267@aivle.kt.co.kr::355e1340-98b3-4d15-9622-38c4c2f5b0e4" providerId="AD" clId="Web-{B0FDA1EE-3F09-7269-E533-5DFC0393E9B4}" dt="2026-04-15T06:09:14.646" v="150" actId="1076"/>
          <ac:cxnSpMkLst>
            <pc:docMk/>
            <pc:sldMk cId="721798544" sldId="399"/>
            <ac:cxnSpMk id="67" creationId="{E0D8CD0A-6E0D-4A6A-B2F0-CF020BFF65C0}"/>
          </ac:cxnSpMkLst>
        </pc:cxnChg>
        <pc:cxnChg chg="mod">
          <ac:chgData name="홍수현" userId="S::a091267@aivle.kt.co.kr::355e1340-98b3-4d15-9622-38c4c2f5b0e4" providerId="AD" clId="Web-{B0FDA1EE-3F09-7269-E533-5DFC0393E9B4}" dt="2026-04-15T06:05:47.049" v="71" actId="1076"/>
          <ac:cxnSpMkLst>
            <pc:docMk/>
            <pc:sldMk cId="721798544" sldId="399"/>
            <ac:cxnSpMk id="79" creationId="{4DDB5BA1-AE8A-46D4-A83A-98532C4A375E}"/>
          </ac:cxnSpMkLst>
        </pc:cxnChg>
        <pc:cxnChg chg="mod">
          <ac:chgData name="홍수현" userId="S::a091267@aivle.kt.co.kr::355e1340-98b3-4d15-9622-38c4c2f5b0e4" providerId="AD" clId="Web-{B0FDA1EE-3F09-7269-E533-5DFC0393E9B4}" dt="2026-04-15T06:05:47.080" v="72" actId="1076"/>
          <ac:cxnSpMkLst>
            <pc:docMk/>
            <pc:sldMk cId="721798544" sldId="399"/>
            <ac:cxnSpMk id="80" creationId="{BF36FCA5-2622-44F6-BC94-D7AA14CC3E65}"/>
          </ac:cxnSpMkLst>
        </pc:cxnChg>
        <pc:cxnChg chg="mod">
          <ac:chgData name="홍수현" userId="S::a091267@aivle.kt.co.kr::355e1340-98b3-4d15-9622-38c4c2f5b0e4" providerId="AD" clId="Web-{B0FDA1EE-3F09-7269-E533-5DFC0393E9B4}" dt="2026-04-15T07:08:31.709" v="354" actId="14100"/>
          <ac:cxnSpMkLst>
            <pc:docMk/>
            <pc:sldMk cId="721798544" sldId="399"/>
            <ac:cxnSpMk id="83" creationId="{6790FF46-217A-45F6-8427-4D890B27F6FB}"/>
          </ac:cxnSpMkLst>
        </pc:cxnChg>
        <pc:cxnChg chg="mod">
          <ac:chgData name="홍수현" userId="S::a091267@aivle.kt.co.kr::355e1340-98b3-4d15-9622-38c4c2f5b0e4" providerId="AD" clId="Web-{B0FDA1EE-3F09-7269-E533-5DFC0393E9B4}" dt="2026-04-15T06:09:19.599" v="151" actId="1076"/>
          <ac:cxnSpMkLst>
            <pc:docMk/>
            <pc:sldMk cId="721798544" sldId="399"/>
            <ac:cxnSpMk id="85" creationId="{84953973-2435-483A-8D39-593F5D6897DC}"/>
          </ac:cxnSpMkLst>
        </pc:cxnChg>
        <pc:cxnChg chg="del mod">
          <ac:chgData name="홍수현" userId="S::a091267@aivle.kt.co.kr::355e1340-98b3-4d15-9622-38c4c2f5b0e4" providerId="AD" clId="Web-{B0FDA1EE-3F09-7269-E533-5DFC0393E9B4}" dt="2026-04-15T06:07:45.691" v="127"/>
          <ac:cxnSpMkLst>
            <pc:docMk/>
            <pc:sldMk cId="721798544" sldId="399"/>
            <ac:cxnSpMk id="86" creationId="{CB8BC916-9873-47C2-A77D-044AFDC218D5}"/>
          </ac:cxnSpMkLst>
        </pc:cxnChg>
      </pc:sldChg>
      <pc:sldChg chg="addSp delSp modSp">
        <pc:chgData name="홍수현" userId="S::a091267@aivle.kt.co.kr::355e1340-98b3-4d15-9622-38c4c2f5b0e4" providerId="AD" clId="Web-{B0FDA1EE-3F09-7269-E533-5DFC0393E9B4}" dt="2026-04-15T06:17:45.061" v="180" actId="1076"/>
        <pc:sldMkLst>
          <pc:docMk/>
          <pc:sldMk cId="3651737433" sldId="511"/>
        </pc:sldMkLst>
        <pc:spChg chg="mod">
          <ac:chgData name="홍수현" userId="S::a091267@aivle.kt.co.kr::355e1340-98b3-4d15-9622-38c4c2f5b0e4" providerId="AD" clId="Web-{B0FDA1EE-3F09-7269-E533-5DFC0393E9B4}" dt="2026-04-15T06:17:45.030" v="179" actId="1076"/>
          <ac:spMkLst>
            <pc:docMk/>
            <pc:sldMk cId="3651737433" sldId="511"/>
            <ac:spMk id="16" creationId="{D02455AD-08ED-63FF-9B5B-FF774BA11979}"/>
          </ac:spMkLst>
        </pc:spChg>
        <pc:spChg chg="mod">
          <ac:chgData name="홍수현" userId="S::a091267@aivle.kt.co.kr::355e1340-98b3-4d15-9622-38c4c2f5b0e4" providerId="AD" clId="Web-{B0FDA1EE-3F09-7269-E533-5DFC0393E9B4}" dt="2026-04-15T06:17:41.561" v="178" actId="1076"/>
          <ac:spMkLst>
            <pc:docMk/>
            <pc:sldMk cId="3651737433" sldId="511"/>
            <ac:spMk id="19" creationId="{90BD3B6D-1F91-1BA9-8081-8BC077DB2B4C}"/>
          </ac:spMkLst>
        </pc:spChg>
        <pc:picChg chg="add mod">
          <ac:chgData name="홍수현" userId="S::a091267@aivle.kt.co.kr::355e1340-98b3-4d15-9622-38c4c2f5b0e4" providerId="AD" clId="Web-{B0FDA1EE-3F09-7269-E533-5DFC0393E9B4}" dt="2026-04-15T06:17:45.061" v="180" actId="1076"/>
          <ac:picMkLst>
            <pc:docMk/>
            <pc:sldMk cId="3651737433" sldId="511"/>
            <ac:picMk id="7" creationId="{35E1A37C-AB99-EDE1-2A46-E1BF67173E3A}"/>
          </ac:picMkLst>
        </pc:picChg>
        <pc:picChg chg="del">
          <ac:chgData name="홍수현" userId="S::a091267@aivle.kt.co.kr::355e1340-98b3-4d15-9622-38c4c2f5b0e4" providerId="AD" clId="Web-{B0FDA1EE-3F09-7269-E533-5DFC0393E9B4}" dt="2026-04-15T06:17:23.294" v="175"/>
          <ac:picMkLst>
            <pc:docMk/>
            <pc:sldMk cId="3651737433" sldId="511"/>
            <ac:picMk id="13" creationId="{01C5F202-1C7E-0576-3AA1-691A3E5E7B20}"/>
          </ac:picMkLst>
        </pc:picChg>
      </pc:sldChg>
      <pc:sldChg chg="ord">
        <pc:chgData name="홍수현" userId="S::a091267@aivle.kt.co.kr::355e1340-98b3-4d15-9622-38c4c2f5b0e4" providerId="AD" clId="Web-{B0FDA1EE-3F09-7269-E533-5DFC0393E9B4}" dt="2026-04-15T07:02:13.778" v="352"/>
        <pc:sldMkLst>
          <pc:docMk/>
          <pc:sldMk cId="361016816" sldId="514"/>
        </pc:sldMkLst>
      </pc:sldChg>
      <pc:sldChg chg="addSp delSp modSp">
        <pc:chgData name="홍수현" userId="S::a091267@aivle.kt.co.kr::355e1340-98b3-4d15-9622-38c4c2f5b0e4" providerId="AD" clId="Web-{B0FDA1EE-3F09-7269-E533-5DFC0393E9B4}" dt="2026-04-15T07:00:39.423" v="351" actId="1076"/>
        <pc:sldMkLst>
          <pc:docMk/>
          <pc:sldMk cId="1929451159" sldId="517"/>
        </pc:sldMkLst>
        <pc:spChg chg="mod">
          <ac:chgData name="홍수현" userId="S::a091267@aivle.kt.co.kr::355e1340-98b3-4d15-9622-38c4c2f5b0e4" providerId="AD" clId="Web-{B0FDA1EE-3F09-7269-E533-5DFC0393E9B4}" dt="2026-04-15T06:40:52.536" v="185" actId="20577"/>
          <ac:spMkLst>
            <pc:docMk/>
            <pc:sldMk cId="1929451159" sldId="517"/>
            <ac:spMk id="4" creationId="{93BE78D6-0124-9514-513E-31F2E124856E}"/>
          </ac:spMkLst>
        </pc:spChg>
        <pc:spChg chg="mod">
          <ac:chgData name="홍수현" userId="S::a091267@aivle.kt.co.kr::355e1340-98b3-4d15-9622-38c4c2f5b0e4" providerId="AD" clId="Web-{B0FDA1EE-3F09-7269-E533-5DFC0393E9B4}" dt="2026-04-15T06:46:41.921" v="281" actId="20577"/>
          <ac:spMkLst>
            <pc:docMk/>
            <pc:sldMk cId="1929451159" sldId="517"/>
            <ac:spMk id="5" creationId="{C381C108-05C7-E7C0-22E5-636E399BA11E}"/>
          </ac:spMkLst>
        </pc:spChg>
        <pc:spChg chg="add mod">
          <ac:chgData name="홍수현" userId="S::a091267@aivle.kt.co.kr::355e1340-98b3-4d15-9622-38c4c2f5b0e4" providerId="AD" clId="Web-{B0FDA1EE-3F09-7269-E533-5DFC0393E9B4}" dt="2026-04-15T06:59:33.476" v="345" actId="1076"/>
          <ac:spMkLst>
            <pc:docMk/>
            <pc:sldMk cId="1929451159" sldId="517"/>
            <ac:spMk id="10" creationId="{CB5E2BC6-BE25-B01A-294E-FB9C40B3A81F}"/>
          </ac:spMkLst>
        </pc:spChg>
        <pc:graphicFrameChg chg="del mod topLvl modGraphic">
          <ac:chgData name="홍수현" userId="S::a091267@aivle.kt.co.kr::355e1340-98b3-4d15-9622-38c4c2f5b0e4" providerId="AD" clId="Web-{B0FDA1EE-3F09-7269-E533-5DFC0393E9B4}" dt="2026-04-15T06:49:38.823" v="305"/>
          <ac:graphicFrameMkLst>
            <pc:docMk/>
            <pc:sldMk cId="1929451159" sldId="517"/>
            <ac:graphicFrameMk id="6" creationId="{53F15598-3C93-D435-7AF6-177AAB7AF951}"/>
          </ac:graphicFrameMkLst>
        </pc:graphicFrameChg>
        <pc:graphicFrameChg chg="add mod topLvl modGraphic">
          <ac:chgData name="홍수현" userId="S::a091267@aivle.kt.co.kr::355e1340-98b3-4d15-9622-38c4c2f5b0e4" providerId="AD" clId="Web-{B0FDA1EE-3F09-7269-E533-5DFC0393E9B4}" dt="2026-04-15T07:00:39.423" v="351" actId="1076"/>
          <ac:graphicFrameMkLst>
            <pc:docMk/>
            <pc:sldMk cId="1929451159" sldId="517"/>
            <ac:graphicFrameMk id="7" creationId="{D655425D-7251-47AA-856B-D8D2E63BC30C}"/>
          </ac:graphicFrameMkLst>
        </pc:graphicFrameChg>
      </pc:sldChg>
      <pc:sldChg chg="modSp">
        <pc:chgData name="홍수현" userId="S::a091267@aivle.kt.co.kr::355e1340-98b3-4d15-9622-38c4c2f5b0e4" providerId="AD" clId="Web-{B0FDA1EE-3F09-7269-E533-5DFC0393E9B4}" dt="2026-04-15T06:59:49.135" v="347" actId="20577"/>
        <pc:sldMkLst>
          <pc:docMk/>
          <pc:sldMk cId="176259502" sldId="519"/>
        </pc:sldMkLst>
        <pc:spChg chg="mod">
          <ac:chgData name="홍수현" userId="S::a091267@aivle.kt.co.kr::355e1340-98b3-4d15-9622-38c4c2f5b0e4" providerId="AD" clId="Web-{B0FDA1EE-3F09-7269-E533-5DFC0393E9B4}" dt="2026-04-15T06:59:49.135" v="347" actId="20577"/>
          <ac:spMkLst>
            <pc:docMk/>
            <pc:sldMk cId="176259502" sldId="519"/>
            <ac:spMk id="13" creationId="{4B04A866-7E01-98C1-B315-6B547B523E03}"/>
          </ac:spMkLst>
        </pc:spChg>
      </pc:sldChg>
    </pc:docChg>
  </pc:docChgLst>
  <pc:docChgLst>
    <pc:chgData name="조현우" userId="S::a091139@aivle.kt.co.kr::b69ae50d-8e56-431d-8358-08e60e3e1bf6" providerId="AD" clId="Web-{D0EA8E1E-E2B5-B0B9-C622-BE2F40CEA4B8}"/>
    <pc:docChg chg="modSld">
      <pc:chgData name="조현우" userId="S::a091139@aivle.kt.co.kr::b69ae50d-8e56-431d-8358-08e60e3e1bf6" providerId="AD" clId="Web-{D0EA8E1E-E2B5-B0B9-C622-BE2F40CEA4B8}" dt="2026-04-15T06:45:33.513" v="2"/>
      <pc:docMkLst>
        <pc:docMk/>
      </pc:docMkLst>
      <pc:sldChg chg="addSp modSp">
        <pc:chgData name="조현우" userId="S::a091139@aivle.kt.co.kr::b69ae50d-8e56-431d-8358-08e60e3e1bf6" providerId="AD" clId="Web-{D0EA8E1E-E2B5-B0B9-C622-BE2F40CEA4B8}" dt="2026-04-15T06:45:33.513" v="2"/>
        <pc:sldMkLst>
          <pc:docMk/>
          <pc:sldMk cId="1929451159" sldId="517"/>
        </pc:sldMkLst>
        <pc:graphicFrameChg chg="mod topLvl modGraphic">
          <ac:chgData name="조현우" userId="S::a091139@aivle.kt.co.kr::b69ae50d-8e56-431d-8358-08e60e3e1bf6" providerId="AD" clId="Web-{D0EA8E1E-E2B5-B0B9-C622-BE2F40CEA4B8}" dt="2026-04-15T06:45:33.513" v="2"/>
          <ac:graphicFrameMkLst>
            <pc:docMk/>
            <pc:sldMk cId="1929451159" sldId="517"/>
            <ac:graphicFrameMk id="6" creationId="{53F15598-3C93-D435-7AF6-177AAB7AF951}"/>
          </ac:graphicFrameMkLst>
        </pc:graphicFrameChg>
      </pc:sldChg>
    </pc:docChg>
  </pc:docChgLst>
  <pc:docChgLst>
    <pc:chgData name="유지은" userId="S::a091097@aivle.kt.co.kr::8f3e2d22-3334-4eb0-a8a0-56abb80ee52e" providerId="AD" clId="Web-{43651104-BACB-BFA5-9B20-09D2309353A4}"/>
    <pc:docChg chg="modSld">
      <pc:chgData name="유지은" userId="S::a091097@aivle.kt.co.kr::8f3e2d22-3334-4eb0-a8a0-56abb80ee52e" providerId="AD" clId="Web-{43651104-BACB-BFA5-9B20-09D2309353A4}" dt="2026-04-14T07:30:08.658" v="13" actId="20577"/>
      <pc:docMkLst>
        <pc:docMk/>
      </pc:docMkLst>
      <pc:sldChg chg="modSp">
        <pc:chgData name="유지은" userId="S::a091097@aivle.kt.co.kr::8f3e2d22-3334-4eb0-a8a0-56abb80ee52e" providerId="AD" clId="Web-{43651104-BACB-BFA5-9B20-09D2309353A4}" dt="2026-04-14T07:30:08.658" v="13" actId="20577"/>
        <pc:sldMkLst>
          <pc:docMk/>
          <pc:sldMk cId="2268445621" sldId="388"/>
        </pc:sldMkLst>
        <pc:spChg chg="mod">
          <ac:chgData name="유지은" userId="S::a091097@aivle.kt.co.kr::8f3e2d22-3334-4eb0-a8a0-56abb80ee52e" providerId="AD" clId="Web-{43651104-BACB-BFA5-9B20-09D2309353A4}" dt="2026-04-14T07:30:08.658" v="13" actId="20577"/>
          <ac:spMkLst>
            <pc:docMk/>
            <pc:sldMk cId="2268445621" sldId="388"/>
            <ac:spMk id="5" creationId="{00000000-0000-0000-0000-000000000000}"/>
          </ac:spMkLst>
        </pc:spChg>
        <pc:spChg chg="mod">
          <ac:chgData name="유지은" userId="S::a091097@aivle.kt.co.kr::8f3e2d22-3334-4eb0-a8a0-56abb80ee52e" providerId="AD" clId="Web-{43651104-BACB-BFA5-9B20-09D2309353A4}" dt="2026-04-14T07:30:06.970" v="10" actId="20577"/>
          <ac:spMkLst>
            <pc:docMk/>
            <pc:sldMk cId="2268445621" sldId="388"/>
            <ac:spMk id="8" creationId="{00000000-0000-0000-0000-000000000000}"/>
          </ac:spMkLst>
        </pc:spChg>
      </pc:sldChg>
    </pc:docChg>
  </pc:docChgLst>
  <pc:docChgLst>
    <pc:chgData name="정무영" userId="S::a091119@aivle.kt.co.kr::3cb9bbca-1d25-4332-85bb-ae598138f8a0" providerId="AD" clId="Web-{E883D08A-2450-C9D0-BB51-D9B3088E3524}"/>
    <pc:docChg chg="delSld modSld modSection">
      <pc:chgData name="정무영" userId="S::a091119@aivle.kt.co.kr::3cb9bbca-1d25-4332-85bb-ae598138f8a0" providerId="AD" clId="Web-{E883D08A-2450-C9D0-BB51-D9B3088E3524}" dt="2026-04-15T06:50:16.031" v="450" actId="20577"/>
      <pc:docMkLst>
        <pc:docMk/>
      </pc:docMkLst>
      <pc:sldChg chg="modSp">
        <pc:chgData name="정무영" userId="S::a091119@aivle.kt.co.kr::3cb9bbca-1d25-4332-85bb-ae598138f8a0" providerId="AD" clId="Web-{E883D08A-2450-C9D0-BB51-D9B3088E3524}" dt="2026-04-15T06:17:52.291" v="165" actId="20577"/>
        <pc:sldMkLst>
          <pc:docMk/>
          <pc:sldMk cId="721798544" sldId="399"/>
        </pc:sldMkLst>
        <pc:spChg chg="mod">
          <ac:chgData name="정무영" userId="S::a091119@aivle.kt.co.kr::3cb9bbca-1d25-4332-85bb-ae598138f8a0" providerId="AD" clId="Web-{E883D08A-2450-C9D0-BB51-D9B3088E3524}" dt="2026-04-15T06:15:41.022" v="149" actId="20577"/>
          <ac:spMkLst>
            <pc:docMk/>
            <pc:sldMk cId="721798544" sldId="399"/>
            <ac:spMk id="46" creationId="{1B3B9968-3FC2-449E-98A1-43F9471135F2}"/>
          </ac:spMkLst>
        </pc:spChg>
        <pc:spChg chg="mod">
          <ac:chgData name="정무영" userId="S::a091119@aivle.kt.co.kr::3cb9bbca-1d25-4332-85bb-ae598138f8a0" providerId="AD" clId="Web-{E883D08A-2450-C9D0-BB51-D9B3088E3524}" dt="2026-04-15T06:17:52.291" v="165" actId="20577"/>
          <ac:spMkLst>
            <pc:docMk/>
            <pc:sldMk cId="721798544" sldId="399"/>
            <ac:spMk id="48" creationId="{41DE5E6D-0754-4651-A166-B729BDCF2E16}"/>
          </ac:spMkLst>
        </pc:spChg>
        <pc:spChg chg="mod">
          <ac:chgData name="정무영" userId="S::a091119@aivle.kt.co.kr::3cb9bbca-1d25-4332-85bb-ae598138f8a0" providerId="AD" clId="Web-{E883D08A-2450-C9D0-BB51-D9B3088E3524}" dt="2026-04-15T06:14:25.020" v="135" actId="20577"/>
          <ac:spMkLst>
            <pc:docMk/>
            <pc:sldMk cId="721798544" sldId="399"/>
            <ac:spMk id="51" creationId="{0C7F9DC1-CFE1-4358-B6AE-68EF9E0D7CB9}"/>
          </ac:spMkLst>
        </pc:spChg>
        <pc:spChg chg="mod">
          <ac:chgData name="정무영" userId="S::a091119@aivle.kt.co.kr::3cb9bbca-1d25-4332-85bb-ae598138f8a0" providerId="AD" clId="Web-{E883D08A-2450-C9D0-BB51-D9B3088E3524}" dt="2026-04-15T06:12:20.078" v="81" actId="20577"/>
          <ac:spMkLst>
            <pc:docMk/>
            <pc:sldMk cId="721798544" sldId="399"/>
            <ac:spMk id="69" creationId="{3540F490-5AEF-49EB-939E-74B15C723D7D}"/>
          </ac:spMkLst>
        </pc:spChg>
        <pc:spChg chg="mod">
          <ac:chgData name="정무영" userId="S::a091119@aivle.kt.co.kr::3cb9bbca-1d25-4332-85bb-ae598138f8a0" providerId="AD" clId="Web-{E883D08A-2450-C9D0-BB51-D9B3088E3524}" dt="2026-04-15T06:13:56.378" v="114" actId="20577"/>
          <ac:spMkLst>
            <pc:docMk/>
            <pc:sldMk cId="721798544" sldId="399"/>
            <ac:spMk id="72" creationId="{BBDFB7BA-7131-4014-A48E-BDEFE620D90E}"/>
          </ac:spMkLst>
        </pc:spChg>
        <pc:spChg chg="mod">
          <ac:chgData name="정무영" userId="S::a091119@aivle.kt.co.kr::3cb9bbca-1d25-4332-85bb-ae598138f8a0" providerId="AD" clId="Web-{E883D08A-2450-C9D0-BB51-D9B3088E3524}" dt="2026-04-15T06:12:40.250" v="98" actId="20577"/>
          <ac:spMkLst>
            <pc:docMk/>
            <pc:sldMk cId="721798544" sldId="399"/>
            <ac:spMk id="77" creationId="{FD23BCEA-E269-4D13-9392-855C232D3597}"/>
          </ac:spMkLst>
        </pc:spChg>
      </pc:sldChg>
      <pc:sldChg chg="modSp">
        <pc:chgData name="정무영" userId="S::a091119@aivle.kt.co.kr::3cb9bbca-1d25-4332-85bb-ae598138f8a0" providerId="AD" clId="Web-{E883D08A-2450-C9D0-BB51-D9B3088E3524}" dt="2026-04-15T06:02:11.127" v="44" actId="14100"/>
        <pc:sldMkLst>
          <pc:docMk/>
          <pc:sldMk cId="3651737433" sldId="511"/>
        </pc:sldMkLst>
        <pc:spChg chg="mod">
          <ac:chgData name="정무영" userId="S::a091119@aivle.kt.co.kr::3cb9bbca-1d25-4332-85bb-ae598138f8a0" providerId="AD" clId="Web-{E883D08A-2450-C9D0-BB51-D9B3088E3524}" dt="2026-04-15T06:01:41.937" v="34" actId="1076"/>
          <ac:spMkLst>
            <pc:docMk/>
            <pc:sldMk cId="3651737433" sldId="511"/>
            <ac:spMk id="11" creationId="{B087D7BE-2C4C-E26F-D923-ABDEE6C42E1E}"/>
          </ac:spMkLst>
        </pc:spChg>
        <pc:spChg chg="mod">
          <ac:chgData name="정무영" userId="S::a091119@aivle.kt.co.kr::3cb9bbca-1d25-4332-85bb-ae598138f8a0" providerId="AD" clId="Web-{E883D08A-2450-C9D0-BB51-D9B3088E3524}" dt="2026-04-15T06:01:35.686" v="30" actId="1076"/>
          <ac:spMkLst>
            <pc:docMk/>
            <pc:sldMk cId="3651737433" sldId="511"/>
            <ac:spMk id="14" creationId="{F2D4584E-14FE-12FA-D9CC-EBF9D2DEC0B0}"/>
          </ac:spMkLst>
        </pc:spChg>
        <pc:spChg chg="mod">
          <ac:chgData name="정무영" userId="S::a091119@aivle.kt.co.kr::3cb9bbca-1d25-4332-85bb-ae598138f8a0" providerId="AD" clId="Web-{E883D08A-2450-C9D0-BB51-D9B3088E3524}" dt="2026-04-15T06:02:03.314" v="43" actId="1076"/>
          <ac:spMkLst>
            <pc:docMk/>
            <pc:sldMk cId="3651737433" sldId="511"/>
            <ac:spMk id="16" creationId="{D02455AD-08ED-63FF-9B5B-FF774BA11979}"/>
          </ac:spMkLst>
        </pc:spChg>
        <pc:spChg chg="mod">
          <ac:chgData name="정무영" userId="S::a091119@aivle.kt.co.kr::3cb9bbca-1d25-4332-85bb-ae598138f8a0" providerId="AD" clId="Web-{E883D08A-2450-C9D0-BB51-D9B3088E3524}" dt="2026-04-15T06:01:56.891" v="41" actId="1076"/>
          <ac:spMkLst>
            <pc:docMk/>
            <pc:sldMk cId="3651737433" sldId="511"/>
            <ac:spMk id="19" creationId="{90BD3B6D-1F91-1BA9-8081-8BC077DB2B4C}"/>
          </ac:spMkLst>
        </pc:spChg>
        <pc:picChg chg="mod">
          <ac:chgData name="정무영" userId="S::a091119@aivle.kt.co.kr::3cb9bbca-1d25-4332-85bb-ae598138f8a0" providerId="AD" clId="Web-{E883D08A-2450-C9D0-BB51-D9B3088E3524}" dt="2026-04-15T06:02:11.127" v="44" actId="14100"/>
          <ac:picMkLst>
            <pc:docMk/>
            <pc:sldMk cId="3651737433" sldId="511"/>
            <ac:picMk id="17" creationId="{D1065E65-7071-C0D3-83B5-84F0766A7257}"/>
          </ac:picMkLst>
        </pc:picChg>
      </pc:sldChg>
      <pc:sldChg chg="del">
        <pc:chgData name="정무영" userId="S::a091119@aivle.kt.co.kr::3cb9bbca-1d25-4332-85bb-ae598138f8a0" providerId="AD" clId="Web-{E883D08A-2450-C9D0-BB51-D9B3088E3524}" dt="2026-04-15T06:20:05.341" v="187"/>
        <pc:sldMkLst>
          <pc:docMk/>
          <pc:sldMk cId="2832051812" sldId="512"/>
        </pc:sldMkLst>
      </pc:sldChg>
      <pc:sldChg chg="addSp modSp">
        <pc:chgData name="정무영" userId="S::a091119@aivle.kt.co.kr::3cb9bbca-1d25-4332-85bb-ae598138f8a0" providerId="AD" clId="Web-{E883D08A-2450-C9D0-BB51-D9B3088E3524}" dt="2026-04-15T06:44:12.719" v="388"/>
        <pc:sldMkLst>
          <pc:docMk/>
          <pc:sldMk cId="1929451159" sldId="517"/>
        </pc:sldMkLst>
        <pc:graphicFrameChg chg="mod topLvl modGraphic">
          <ac:chgData name="정무영" userId="S::a091119@aivle.kt.co.kr::3cb9bbca-1d25-4332-85bb-ae598138f8a0" providerId="AD" clId="Web-{E883D08A-2450-C9D0-BB51-D9B3088E3524}" dt="2026-04-15T06:44:12.719" v="388"/>
          <ac:graphicFrameMkLst>
            <pc:docMk/>
            <pc:sldMk cId="1929451159" sldId="517"/>
            <ac:graphicFrameMk id="6" creationId="{53F15598-3C93-D435-7AF6-177AAB7AF951}"/>
          </ac:graphicFrameMkLst>
        </pc:graphicFrameChg>
      </pc:sldChg>
      <pc:sldChg chg="addSp delSp modSp">
        <pc:chgData name="정무영" userId="S::a091119@aivle.kt.co.kr::3cb9bbca-1d25-4332-85bb-ae598138f8a0" providerId="AD" clId="Web-{E883D08A-2450-C9D0-BB51-D9B3088E3524}" dt="2026-04-15T06:50:16.031" v="450" actId="20577"/>
        <pc:sldMkLst>
          <pc:docMk/>
          <pc:sldMk cId="176259502" sldId="519"/>
        </pc:sldMkLst>
        <pc:spChg chg="add del mod">
          <ac:chgData name="정무영" userId="S::a091119@aivle.kt.co.kr::3cb9bbca-1d25-4332-85bb-ae598138f8a0" providerId="AD" clId="Web-{E883D08A-2450-C9D0-BB51-D9B3088E3524}" dt="2026-04-15T06:38:59.525" v="321"/>
          <ac:spMkLst>
            <pc:docMk/>
            <pc:sldMk cId="176259502" sldId="519"/>
            <ac:spMk id="6" creationId="{B462D0A4-2A30-104A-B9AB-6C239B0D76AA}"/>
          </ac:spMkLst>
        </pc:spChg>
        <pc:spChg chg="del mod">
          <ac:chgData name="정무영" userId="S::a091119@aivle.kt.co.kr::3cb9bbca-1d25-4332-85bb-ae598138f8a0" providerId="AD" clId="Web-{E883D08A-2450-C9D0-BB51-D9B3088E3524}" dt="2026-04-15T06:35:08.099" v="304"/>
          <ac:spMkLst>
            <pc:docMk/>
            <pc:sldMk cId="176259502" sldId="519"/>
            <ac:spMk id="7" creationId="{D995C291-53B2-3B3D-14A5-5AE7C5166016}"/>
          </ac:spMkLst>
        </pc:spChg>
        <pc:spChg chg="mod">
          <ac:chgData name="정무영" userId="S::a091119@aivle.kt.co.kr::3cb9bbca-1d25-4332-85bb-ae598138f8a0" providerId="AD" clId="Web-{E883D08A-2450-C9D0-BB51-D9B3088E3524}" dt="2026-04-15T06:31:27.687" v="294" actId="20577"/>
          <ac:spMkLst>
            <pc:docMk/>
            <pc:sldMk cId="176259502" sldId="519"/>
            <ac:spMk id="8" creationId="{19188729-7E9F-86D4-0871-227BBFC1686D}"/>
          </ac:spMkLst>
        </pc:spChg>
        <pc:spChg chg="add mod">
          <ac:chgData name="정무영" userId="S::a091119@aivle.kt.co.kr::3cb9bbca-1d25-4332-85bb-ae598138f8a0" providerId="AD" clId="Web-{E883D08A-2450-C9D0-BB51-D9B3088E3524}" dt="2026-04-15T06:43:24.621" v="380" actId="14100"/>
          <ac:spMkLst>
            <pc:docMk/>
            <pc:sldMk cId="176259502" sldId="519"/>
            <ac:spMk id="11" creationId="{CDDF89DE-726A-75E5-4174-45D7A029834A}"/>
          </ac:spMkLst>
        </pc:spChg>
        <pc:spChg chg="add del mod">
          <ac:chgData name="정무영" userId="S::a091119@aivle.kt.co.kr::3cb9bbca-1d25-4332-85bb-ae598138f8a0" providerId="AD" clId="Web-{E883D08A-2450-C9D0-BB51-D9B3088E3524}" dt="2026-04-15T06:43:33.810" v="385"/>
          <ac:spMkLst>
            <pc:docMk/>
            <pc:sldMk cId="176259502" sldId="519"/>
            <ac:spMk id="12" creationId="{12CD1074-ED19-F31A-F1B1-796C8EC9401C}"/>
          </ac:spMkLst>
        </pc:spChg>
        <pc:spChg chg="add mod">
          <ac:chgData name="정무영" userId="S::a091119@aivle.kt.co.kr::3cb9bbca-1d25-4332-85bb-ae598138f8a0" providerId="AD" clId="Web-{E883D08A-2450-C9D0-BB51-D9B3088E3524}" dt="2026-04-15T06:50:16.031" v="450" actId="20577"/>
          <ac:spMkLst>
            <pc:docMk/>
            <pc:sldMk cId="176259502" sldId="519"/>
            <ac:spMk id="13" creationId="{4B04A866-7E01-98C1-B315-6B547B523E03}"/>
          </ac:spMkLst>
        </pc:spChg>
        <pc:graphicFrameChg chg="mod modGraphic">
          <ac:chgData name="정무영" userId="S::a091119@aivle.kt.co.kr::3cb9bbca-1d25-4332-85bb-ae598138f8a0" providerId="AD" clId="Web-{E883D08A-2450-C9D0-BB51-D9B3088E3524}" dt="2026-04-15T06:21:08.779" v="191" actId="1076"/>
          <ac:graphicFrameMkLst>
            <pc:docMk/>
            <pc:sldMk cId="176259502" sldId="519"/>
            <ac:graphicFrameMk id="3" creationId="{0A363170-34DB-AD98-3F9F-5E4119889B5D}"/>
          </ac:graphicFrameMkLst>
        </pc:graphicFrameChg>
        <pc:graphicFrameChg chg="mod topLvl modGraphic">
          <ac:chgData name="정무영" userId="S::a091119@aivle.kt.co.kr::3cb9bbca-1d25-4332-85bb-ae598138f8a0" providerId="AD" clId="Web-{E883D08A-2450-C9D0-BB51-D9B3088E3524}" dt="2026-04-15T06:50:03.515" v="438"/>
          <ac:graphicFrameMkLst>
            <pc:docMk/>
            <pc:sldMk cId="176259502" sldId="519"/>
            <ac:graphicFrameMk id="7" creationId="{0F325FCE-86F8-6AEC-E425-C054B745A588}"/>
          </ac:graphicFrameMkLst>
        </pc:graphicFrameChg>
        <pc:graphicFrameChg chg="add mod topLvl modGraphic">
          <ac:chgData name="정무영" userId="S::a091119@aivle.kt.co.kr::3cb9bbca-1d25-4332-85bb-ae598138f8a0" providerId="AD" clId="Web-{E883D08A-2450-C9D0-BB51-D9B3088E3524}" dt="2026-04-15T06:46:02.913" v="415"/>
          <ac:graphicFrameMkLst>
            <pc:docMk/>
            <pc:sldMk cId="176259502" sldId="519"/>
            <ac:graphicFrameMk id="9" creationId="{02FEAA8D-E7CC-7B16-AC03-C9FE42B4BEBE}"/>
          </ac:graphicFrameMkLst>
        </pc:graphicFrameChg>
      </pc:sldChg>
      <pc:sldChg chg="modSp">
        <pc:chgData name="정무영" userId="S::a091119@aivle.kt.co.kr::3cb9bbca-1d25-4332-85bb-ae598138f8a0" providerId="AD" clId="Web-{E883D08A-2450-C9D0-BB51-D9B3088E3524}" dt="2026-04-15T05:59:55.254" v="9" actId="20577"/>
        <pc:sldMkLst>
          <pc:docMk/>
          <pc:sldMk cId="382721037" sldId="521"/>
        </pc:sldMkLst>
        <pc:spChg chg="mod">
          <ac:chgData name="정무영" userId="S::a091119@aivle.kt.co.kr::3cb9bbca-1d25-4332-85bb-ae598138f8a0" providerId="AD" clId="Web-{E883D08A-2450-C9D0-BB51-D9B3088E3524}" dt="2026-04-15T05:59:55.254" v="9" actId="20577"/>
          <ac:spMkLst>
            <pc:docMk/>
            <pc:sldMk cId="382721037" sldId="521"/>
            <ac:spMk id="2" creationId="{F3D30F7A-88A3-8F04-391F-362A6029474D}"/>
          </ac:spMkLst>
        </pc:spChg>
      </pc:sldChg>
      <pc:sldChg chg="addSp modSp">
        <pc:chgData name="정무영" userId="S::a091119@aivle.kt.co.kr::3cb9bbca-1d25-4332-85bb-ae598138f8a0" providerId="AD" clId="Web-{E883D08A-2450-C9D0-BB51-D9B3088E3524}" dt="2026-04-15T06:45:24.379" v="414" actId="1076"/>
        <pc:sldMkLst>
          <pc:docMk/>
          <pc:sldMk cId="624696174" sldId="522"/>
        </pc:sldMkLst>
        <pc:spChg chg="mod">
          <ac:chgData name="정무영" userId="S::a091119@aivle.kt.co.kr::3cb9bbca-1d25-4332-85bb-ae598138f8a0" providerId="AD" clId="Web-{E883D08A-2450-C9D0-BB51-D9B3088E3524}" dt="2026-04-15T06:18:39.698" v="186" actId="20577"/>
          <ac:spMkLst>
            <pc:docMk/>
            <pc:sldMk cId="624696174" sldId="522"/>
            <ac:spMk id="3" creationId="{88113352-8E25-3741-2892-E370B0D616D4}"/>
          </ac:spMkLst>
        </pc:spChg>
        <pc:spChg chg="mod">
          <ac:chgData name="정무영" userId="S::a091119@aivle.kt.co.kr::3cb9bbca-1d25-4332-85bb-ae598138f8a0" providerId="AD" clId="Web-{E883D08A-2450-C9D0-BB51-D9B3088E3524}" dt="2026-04-15T06:36:14.272" v="315" actId="20577"/>
          <ac:spMkLst>
            <pc:docMk/>
            <pc:sldMk cId="624696174" sldId="522"/>
            <ac:spMk id="4" creationId="{DAF91E11-FECC-7133-8537-76907778E6A4}"/>
          </ac:spMkLst>
        </pc:spChg>
        <pc:spChg chg="add mod">
          <ac:chgData name="정무영" userId="S::a091119@aivle.kt.co.kr::3cb9bbca-1d25-4332-85bb-ae598138f8a0" providerId="AD" clId="Web-{E883D08A-2450-C9D0-BB51-D9B3088E3524}" dt="2026-04-15T06:45:24.379" v="414" actId="1076"/>
          <ac:spMkLst>
            <pc:docMk/>
            <pc:sldMk cId="624696174" sldId="522"/>
            <ac:spMk id="9" creationId="{19C5A595-D48E-5E9D-D0EA-CA60ED508680}"/>
          </ac:spMkLst>
        </pc:spChg>
        <pc:picChg chg="mod">
          <ac:chgData name="정무영" userId="S::a091119@aivle.kt.co.kr::3cb9bbca-1d25-4332-85bb-ae598138f8a0" providerId="AD" clId="Web-{E883D08A-2450-C9D0-BB51-D9B3088E3524}" dt="2026-04-15T06:36:47.523" v="320"/>
          <ac:picMkLst>
            <pc:docMk/>
            <pc:sldMk cId="624696174" sldId="522"/>
            <ac:picMk id="7" creationId="{C6FD0EEB-8DBA-A6C8-4A4C-1D7E17C4221C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ktaivle.sharepoint.com/sites/KT9_5_1_/Shared%20Documents/1%EC%B0%A8%20%EB%AF%B8%EB%8B%88%ED%94%84%EB%A1%9C%EC%A0%9D%ED%8A%B8/AI_13%EC%A1%B0_%EC%84%A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ktaivle.sharepoint.com/sites/KT9_5_1_/Shared%20Documents/1&#52264;%20&#48120;&#45768;&#54532;&#47196;&#51229;&#53944;/AI_13&#51312;_LineMarkersStack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모델별 성능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0.96099999999999997</c:v>
                </c:pt>
                <c:pt idx="1">
                  <c:v>0.87</c:v>
                </c:pt>
                <c:pt idx="2">
                  <c:v>0.89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5B-4E4E-8A2A-BD4F90465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0.96699999999999997</c:v>
                </c:pt>
                <c:pt idx="1">
                  <c:v>0.9</c:v>
                </c:pt>
                <c:pt idx="2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5B-4E4E-8A2A-BD4F90465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0.96699999999999997</c:v>
                </c:pt>
                <c:pt idx="1">
                  <c:v>0.9</c:v>
                </c:pt>
                <c:pt idx="2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D5B-4E4E-8A2A-BD4F904657B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model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F1-score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0.97199999999999998</c:v>
                </c:pt>
                <c:pt idx="1">
                  <c:v>0.91</c:v>
                </c:pt>
                <c:pt idx="2">
                  <c:v>0.92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BD-4D00-ACEC-BE3E80CC74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1071439"/>
        <c:axId val="1611071919"/>
      </c:lineChart>
      <c:catAx>
        <c:axId val="1611071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1071919"/>
        <c:crosses val="autoZero"/>
        <c:auto val="1"/>
        <c:lblAlgn val="ctr"/>
        <c:lblOffset val="100"/>
        <c:noMultiLvlLbl val="0"/>
      </c:catAx>
      <c:valAx>
        <c:axId val="1611071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1071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모델별 성능 비교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Basic model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F1_score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0.90800000000000003</c:v>
                </c:pt>
                <c:pt idx="1">
                  <c:v>0.91500000000000004</c:v>
                </c:pt>
                <c:pt idx="2">
                  <c:v>0.91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F6-4511-9455-FF50E6BFF6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Initialization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F1_score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0.90200000000000002</c:v>
                </c:pt>
                <c:pt idx="1">
                  <c:v>0.9</c:v>
                </c:pt>
                <c:pt idx="2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F6-4511-9455-FF50E6BFF6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Fine_tuning 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92D05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F1_score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0.95399999999999996</c:v>
                </c:pt>
                <c:pt idx="1">
                  <c:v>0.95</c:v>
                </c:pt>
                <c:pt idx="2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F6-4511-9455-FF50E6BFF6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Fine-tuning 2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Recall</c:v>
                </c:pt>
                <c:pt idx="2">
                  <c:v>F1_score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0.94</c:v>
                </c:pt>
                <c:pt idx="1">
                  <c:v>0.94</c:v>
                </c:pt>
                <c:pt idx="2">
                  <c:v>0.94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F6-4511-9455-FF50E6BFF6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9262728"/>
        <c:axId val="727450120"/>
      </c:lineChart>
      <c:catAx>
        <c:axId val="679262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450120"/>
        <c:crosses val="autoZero"/>
        <c:auto val="1"/>
        <c:lblAlgn val="ctr"/>
        <c:lblOffset val="100"/>
        <c:noMultiLvlLbl val="0"/>
      </c:catAx>
      <c:valAx>
        <c:axId val="727450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9262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61362-2AA8-4DE4-A0D4-60D8EC3C3453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C8851-8609-4635-8475-C77D6BAB648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981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E3518-7FD5-4940-B949-8EA134B4F936}" type="datetimeFigureOut">
              <a:rPr lang="ko-KR" altLang="en-US" smtClean="0"/>
              <a:pPr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1FEC9-1501-40A1-A869-8E766D60C87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2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042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/>
              <a:t>발표 순서는 연구 개요 및 목적</a:t>
            </a:r>
            <a:r>
              <a:rPr lang="en-US" altLang="ko-KR" sz="1200"/>
              <a:t>, </a:t>
            </a:r>
            <a:r>
              <a:rPr lang="ko-KR" altLang="en-US" sz="1200"/>
              <a:t>관련 연구</a:t>
            </a:r>
            <a:r>
              <a:rPr lang="en-US" altLang="ko-KR" sz="1200"/>
              <a:t>, </a:t>
            </a:r>
            <a:r>
              <a:rPr lang="ko-KR" altLang="en-US" sz="1200"/>
              <a:t>그리고 주요 연구 내용을 간략하게 </a:t>
            </a:r>
            <a:r>
              <a:rPr lang="ko-KR" altLang="en-US" sz="1200" err="1"/>
              <a:t>설명드리며</a:t>
            </a:r>
            <a:r>
              <a:rPr lang="en-US" altLang="ko-KR" sz="1200"/>
              <a:t>, </a:t>
            </a:r>
            <a:r>
              <a:rPr lang="ko-KR" altLang="en-US" sz="1200"/>
              <a:t>마지막으로 결론 순으로 진행하겠습니다</a:t>
            </a:r>
            <a:r>
              <a:rPr lang="en-US" altLang="ko-KR" sz="120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424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65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656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0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44EB-6D7B-78D1-CEE2-F7FFFC5B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127C3D-D9C0-670F-B35F-39B1B7EF4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428F7-B80F-76C5-3899-23F1CD577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B6F00-54AD-A6E9-A465-FFF2324A86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61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1042F-151C-BA97-B7AF-388816F2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903BF2-4ECA-D13E-1158-235C3636C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F563FA-0122-8333-5D45-9C1E8311F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8DA9C2-C081-905D-B095-E027D1EF9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9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지금까지 발표를 </a:t>
            </a:r>
            <a:r>
              <a:rPr lang="ko-KR" altLang="en-US" sz="1200" b="0" i="0" kern="1200" baseline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들어주셔서</a:t>
            </a:r>
            <a:r>
              <a:rPr lang="ko-KR" altLang="en-US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감사합니다</a:t>
            </a:r>
            <a:r>
              <a:rPr lang="en-US" altLang="ko-KR" sz="1200" b="0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91FEC9-1501-40A1-A869-8E766D60C875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27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ctrTitle" hasCustomPrompt="1"/>
          </p:nvPr>
        </p:nvSpPr>
        <p:spPr>
          <a:xfrm>
            <a:off x="471736" y="533822"/>
            <a:ext cx="8203952" cy="1527026"/>
          </a:xfrm>
          <a:prstGeom prst="rect">
            <a:avLst/>
          </a:prstGeom>
          <a:effectLst/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4200" b="1" spc="-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ko-KR" altLang="en-US"/>
              <a:t>프레젠테이션</a:t>
            </a:r>
            <a:br>
              <a:rPr lang="en-US" altLang="ko-KR"/>
            </a:br>
            <a:r>
              <a:rPr lang="ko-KR" altLang="en-US"/>
              <a:t>제목 스타일 편집</a:t>
            </a:r>
          </a:p>
        </p:txBody>
      </p:sp>
      <p:sp>
        <p:nvSpPr>
          <p:cNvPr id="15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1736" y="3439666"/>
            <a:ext cx="8203952" cy="26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buNone/>
              <a:defRPr sz="1400" b="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부제목 텍스트 편집</a:t>
            </a:r>
          </a:p>
        </p:txBody>
      </p:sp>
      <p:sp>
        <p:nvSpPr>
          <p:cNvPr id="16" name="텍스트 개체 틀 10"/>
          <p:cNvSpPr>
            <a:spLocks noGrp="1"/>
          </p:cNvSpPr>
          <p:nvPr>
            <p:ph type="body" sz="quarter" idx="11" hasCustomPrompt="1"/>
          </p:nvPr>
        </p:nvSpPr>
        <p:spPr>
          <a:xfrm>
            <a:off x="471736" y="2070373"/>
            <a:ext cx="8203952" cy="36004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buNone/>
              <a:defRPr sz="1600" b="1" strike="noStrike" spc="-50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서브 텍스트 편집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310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8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9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/>
          <p:cNvSpPr txBox="1">
            <a:spLocks/>
          </p:cNvSpPr>
          <p:nvPr userDrawn="1"/>
        </p:nvSpPr>
        <p:spPr>
          <a:xfrm>
            <a:off x="500311" y="548681"/>
            <a:ext cx="3240360" cy="648071"/>
          </a:xfrm>
          <a:prstGeom prst="rect">
            <a:avLst/>
          </a:prstGeom>
          <a:effectLst/>
        </p:spPr>
        <p:txBody>
          <a:bodyPr lIns="0" tIns="0" rIns="0" bIns="0" anchor="ctr"/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-15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ko-KR" noProof="0"/>
              <a:t>Contents</a:t>
            </a:r>
            <a:endParaRPr lang="ko-KR" altLang="en-US" noProof="0"/>
          </a:p>
        </p:txBody>
      </p:sp>
      <p:sp>
        <p:nvSpPr>
          <p:cNvPr id="13" name="제목 1"/>
          <p:cNvSpPr>
            <a:spLocks noGrp="1"/>
          </p:cNvSpPr>
          <p:nvPr>
            <p:ph type="ctrTitle" hasCustomPrompt="1"/>
          </p:nvPr>
        </p:nvSpPr>
        <p:spPr>
          <a:xfrm>
            <a:off x="490785" y="1844824"/>
            <a:ext cx="576065" cy="4320480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>
              <a:lnSpc>
                <a:spcPct val="200000"/>
              </a:lnSpc>
              <a:defRPr sz="1800" b="1" spc="-5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altLang="ko-KR"/>
              <a:t>01</a:t>
            </a:r>
            <a:endParaRPr lang="ko-KR" altLang="en-US"/>
          </a:p>
        </p:txBody>
      </p:sp>
      <p:sp>
        <p:nvSpPr>
          <p:cNvPr id="14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1076374" y="1839490"/>
            <a:ext cx="7599313" cy="43258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200000"/>
              </a:lnSpc>
              <a:spcBef>
                <a:spcPts val="0"/>
              </a:spcBef>
              <a:buNone/>
              <a:defRPr sz="1800" b="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부제목 텍스트 편집</a:t>
            </a:r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462211" y="385614"/>
            <a:ext cx="1008112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462211" y="1772816"/>
            <a:ext cx="1008112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496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속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 hasCustomPrompt="1"/>
          </p:nvPr>
        </p:nvSpPr>
        <p:spPr>
          <a:xfrm>
            <a:off x="471736" y="558205"/>
            <a:ext cx="8203952" cy="1584176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3800" b="1" spc="-2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ko-KR" altLang="en-US"/>
              <a:t>프레젠테이션</a:t>
            </a:r>
            <a:br>
              <a:rPr lang="en-US" altLang="ko-KR"/>
            </a:br>
            <a:r>
              <a:rPr lang="ko-KR" altLang="en-US"/>
              <a:t>제목 스타일 편집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1736" y="2643386"/>
            <a:ext cx="8203952" cy="33779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50000"/>
              </a:lnSpc>
              <a:buNone/>
              <a:defRPr sz="1400" b="0" spc="-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/>
              <a:t>부제목 텍스트 편집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462211" y="385614"/>
            <a:ext cx="1008112" cy="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462211" y="2492896"/>
            <a:ext cx="1008112" cy="0"/>
          </a:xfrm>
          <a:prstGeom prst="line">
            <a:avLst/>
          </a:prstGeom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89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 userDrawn="1">
          <p15:clr>
            <a:srgbClr val="FBAE40"/>
          </p15:clr>
        </p15:guide>
        <p15:guide id="2" orient="horz" pos="39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뒷표지(기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471736" y="2649339"/>
            <a:ext cx="5324400" cy="461665"/>
          </a:xfrm>
          <a:prstGeom prst="rect">
            <a:avLst/>
          </a:prstGeom>
          <a:effectLst/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2400" b="0" spc="300" baseline="0">
                <a:solidFill>
                  <a:schemeClr val="accent2"/>
                </a:solidFill>
                <a:effectLst/>
                <a:latin typeface="Arial Narrow" pitchFamily="34" charset="0"/>
                <a:ea typeface="+mj-ea"/>
                <a:cs typeface="+mj-cs"/>
              </a:defRPr>
            </a:lvl1pPr>
          </a:lstStyle>
          <a:p>
            <a:pPr lvl="0"/>
            <a:endParaRPr lang="ko-KR" altLang="en-US" sz="2000" b="0" i="0" spc="500" baseline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71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뒷표지(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189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4213" y="152400"/>
            <a:ext cx="7850187" cy="762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1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684213" y="152400"/>
            <a:ext cx="7850187" cy="762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944563" y="1268413"/>
            <a:ext cx="3860800" cy="2516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957763" y="1268413"/>
            <a:ext cx="3862387" cy="2516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944563" y="3937000"/>
            <a:ext cx="3860800" cy="251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957763" y="3937000"/>
            <a:ext cx="3862387" cy="251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51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15888"/>
            <a:ext cx="8713788" cy="56197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79900" cy="5472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981075"/>
            <a:ext cx="4281488" cy="54721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7970886" y="6620944"/>
            <a:ext cx="1173113" cy="18541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45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문서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323850" y="0"/>
            <a:ext cx="8496299" cy="16977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63000">
                <a:srgbClr val="0C5CBC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323850" y="691201"/>
            <a:ext cx="84963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850" y="249289"/>
            <a:ext cx="8496300" cy="43447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200" b="1" spc="-120" baseline="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23851" y="836712"/>
            <a:ext cx="8496299" cy="28803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 algn="l">
              <a:buNone/>
              <a:defRPr sz="1800" b="1" spc="-2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err="1"/>
              <a:t>ㅁㄴㅇㄹ</a:t>
            </a:r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323849" y="1270254"/>
            <a:ext cx="8496299" cy="518308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§"/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Ø"/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9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7970886" y="6620944"/>
            <a:ext cx="1173113" cy="18541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3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chemeClr val="bg1">
                <a:tint val="40000"/>
                <a:satMod val="350000"/>
              </a:schemeClr>
            </a:gs>
            <a:gs pos="80000">
              <a:schemeClr val="bg1">
                <a:lumMod val="95000"/>
              </a:schemeClr>
            </a:gs>
            <a:gs pos="50000">
              <a:schemeClr val="bg1">
                <a:tint val="45000"/>
                <a:shade val="99000"/>
                <a:satMod val="350000"/>
              </a:schemeClr>
            </a:gs>
            <a:gs pos="95000">
              <a:schemeClr val="bg1">
                <a:lumMod val="85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각 삼각형 22"/>
          <p:cNvSpPr/>
          <p:nvPr/>
        </p:nvSpPr>
        <p:spPr>
          <a:xfrm rot="16200000">
            <a:off x="3108197" y="822195"/>
            <a:ext cx="6021288" cy="6050318"/>
          </a:xfrm>
          <a:custGeom>
            <a:avLst/>
            <a:gdLst>
              <a:gd name="connsiteX0" fmla="*/ 0 w 5097016"/>
              <a:gd name="connsiteY0" fmla="*/ 5097016 h 5097016"/>
              <a:gd name="connsiteX1" fmla="*/ 0 w 5097016"/>
              <a:gd name="connsiteY1" fmla="*/ 0 h 5097016"/>
              <a:gd name="connsiteX2" fmla="*/ 5097016 w 5097016"/>
              <a:gd name="connsiteY2" fmla="*/ 5097016 h 5097016"/>
              <a:gd name="connsiteX3" fmla="*/ 0 w 5097016"/>
              <a:gd name="connsiteY3" fmla="*/ 5097016 h 5097016"/>
              <a:gd name="connsiteX0" fmla="*/ 0 w 8237258"/>
              <a:gd name="connsiteY0" fmla="*/ 5097016 h 5097016"/>
              <a:gd name="connsiteX1" fmla="*/ 0 w 8237258"/>
              <a:gd name="connsiteY1" fmla="*/ 0 h 5097016"/>
              <a:gd name="connsiteX2" fmla="*/ 8237258 w 8237258"/>
              <a:gd name="connsiteY2" fmla="*/ 5097016 h 5097016"/>
              <a:gd name="connsiteX3" fmla="*/ 0 w 8237258"/>
              <a:gd name="connsiteY3" fmla="*/ 5097016 h 509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7258" h="5097016">
                <a:moveTo>
                  <a:pt x="0" y="5097016"/>
                </a:moveTo>
                <a:lnTo>
                  <a:pt x="0" y="0"/>
                </a:lnTo>
                <a:lnTo>
                  <a:pt x="8237258" y="5097016"/>
                </a:lnTo>
                <a:lnTo>
                  <a:pt x="0" y="5097016"/>
                </a:lnTo>
                <a:close/>
              </a:path>
            </a:pathLst>
          </a:custGeom>
          <a:gradFill>
            <a:gsLst>
              <a:gs pos="100000">
                <a:schemeClr val="accent2">
                  <a:lumMod val="40000"/>
                  <a:lumOff val="60000"/>
                  <a:alpha val="30000"/>
                </a:schemeClr>
              </a:gs>
              <a:gs pos="50000">
                <a:schemeClr val="accent2">
                  <a:lumMod val="20000"/>
                  <a:lumOff val="80000"/>
                  <a:alpha val="0"/>
                </a:schemeClr>
              </a:gs>
              <a:gs pos="0">
                <a:schemeClr val="bg1">
                  <a:lumMod val="7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11" name="직각 삼각형 10"/>
          <p:cNvSpPr/>
          <p:nvPr/>
        </p:nvSpPr>
        <p:spPr>
          <a:xfrm rot="16200000">
            <a:off x="3491880" y="1205880"/>
            <a:ext cx="5652120" cy="5652120"/>
          </a:xfrm>
          <a:prstGeom prst="rtTriangle">
            <a:avLst/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50000">
                <a:schemeClr val="bg1">
                  <a:lumMod val="75000"/>
                  <a:alpha val="20000"/>
                </a:schemeClr>
              </a:gs>
              <a:gs pos="0">
                <a:schemeClr val="bg1">
                  <a:lumMod val="7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sp>
        <p:nvSpPr>
          <p:cNvPr id="23" name="직각 삼각형 22"/>
          <p:cNvSpPr/>
          <p:nvPr/>
        </p:nvSpPr>
        <p:spPr>
          <a:xfrm rot="10800000">
            <a:off x="5714999" y="0"/>
            <a:ext cx="3429000" cy="3429000"/>
          </a:xfrm>
          <a:prstGeom prst="rtTriangle">
            <a:avLst/>
          </a:prstGeom>
          <a:gradFill>
            <a:gsLst>
              <a:gs pos="100000">
                <a:schemeClr val="bg1">
                  <a:lumMod val="75000"/>
                  <a:alpha val="0"/>
                </a:schemeClr>
              </a:gs>
              <a:gs pos="50000">
                <a:schemeClr val="bg1">
                  <a:lumMod val="75000"/>
                  <a:alpha val="20000"/>
                </a:schemeClr>
              </a:gs>
              <a:gs pos="0">
                <a:schemeClr val="bg1">
                  <a:lumMod val="7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/>
          </a:p>
        </p:txBody>
      </p:sp>
      <p:cxnSp>
        <p:nvCxnSpPr>
          <p:cNvPr id="15" name="직선 연결선 14"/>
          <p:cNvCxnSpPr>
            <a:stCxn id="11" idx="0"/>
            <a:endCxn id="11" idx="4"/>
          </p:cNvCxnSpPr>
          <p:nvPr/>
        </p:nvCxnSpPr>
        <p:spPr>
          <a:xfrm flipV="1">
            <a:off x="3491880" y="1205880"/>
            <a:ext cx="5652120" cy="5652120"/>
          </a:xfrm>
          <a:prstGeom prst="line">
            <a:avLst/>
          </a:prstGeom>
          <a:ln w="6350" cmpd="sng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65000"/>
                    <a:alpha val="50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23" idx="4"/>
          </p:cNvCxnSpPr>
          <p:nvPr/>
        </p:nvCxnSpPr>
        <p:spPr>
          <a:xfrm>
            <a:off x="5714999" y="0"/>
            <a:ext cx="3429001" cy="3429000"/>
          </a:xfrm>
          <a:prstGeom prst="line">
            <a:avLst/>
          </a:prstGeom>
          <a:ln w="6350" cmpd="sng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65000"/>
                    <a:alpha val="50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0" y="6457528"/>
            <a:ext cx="9144000" cy="0"/>
            <a:chOff x="0" y="6362278"/>
            <a:chExt cx="9144000" cy="0"/>
          </a:xfrm>
        </p:grpSpPr>
        <p:cxnSp>
          <p:nvCxnSpPr>
            <p:cNvPr id="17" name="직선 연결선 16"/>
            <p:cNvCxnSpPr/>
            <p:nvPr userDrawn="1"/>
          </p:nvCxnSpPr>
          <p:spPr>
            <a:xfrm>
              <a:off x="1691680" y="6362278"/>
              <a:ext cx="7452320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 userDrawn="1"/>
          </p:nvCxnSpPr>
          <p:spPr>
            <a:xfrm>
              <a:off x="0" y="6362278"/>
              <a:ext cx="1835696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7970886" y="6620944"/>
            <a:ext cx="1173113" cy="18541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altLang="ko-KR"/>
              <a:t>[</a:t>
            </a:r>
            <a:fld id="{8486220B-EE48-441A-BEE1-7E447193D81B}" type="slidenum">
              <a:rPr lang="ko-KR" altLang="en-US" smtClean="0"/>
              <a:pPr/>
              <a:t>‹#›</a:t>
            </a:fld>
            <a:r>
              <a:rPr lang="en-US" altLang="ko-KR"/>
              <a:t>/18]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9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5" r:id="rId4"/>
    <p:sldLayoutId id="2147483673" r:id="rId5"/>
    <p:sldLayoutId id="2147483680" r:id="rId6"/>
    <p:sldLayoutId id="2147483681" r:id="rId7"/>
    <p:sldLayoutId id="2147483683" r:id="rId8"/>
    <p:sldLayoutId id="2147483684" r:id="rId9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 userDrawn="1">
          <p15:clr>
            <a:srgbClr val="F26B43"/>
          </p15:clr>
        </p15:guide>
        <p15:guide id="2" pos="54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471736" y="2676153"/>
            <a:ext cx="8203952" cy="1527026"/>
          </a:xfrm>
        </p:spPr>
        <p:txBody>
          <a:bodyPr lIns="0" tIns="0" rIns="0" bIns="0" anchor="t">
            <a:noAutofit/>
          </a:bodyPr>
          <a:lstStyle/>
          <a:p>
            <a:pPr algn="ctr"/>
            <a:r>
              <a:rPr lang="ko-KR" altLang="en-US" sz="3500">
                <a:cs typeface="Arial"/>
              </a:rPr>
              <a:t>미니프로젝트 결과보고서</a:t>
            </a:r>
            <a:r>
              <a:rPr lang="ko-KR" altLang="en-US" sz="3300">
                <a:cs typeface="Arial"/>
              </a:rPr>
              <a:t> </a:t>
            </a:r>
            <a:endParaRPr lang="en-US" altLang="ko-KR"/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ADAB525A-9D5B-7774-FD3B-6E86D7CC8E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1736" y="3448921"/>
            <a:ext cx="8203952" cy="268982"/>
          </a:xfrm>
        </p:spPr>
        <p:txBody>
          <a:bodyPr lIns="0" tIns="0" rIns="0" bIns="0" anchor="t">
            <a:noAutofit/>
          </a:bodyPr>
          <a:lstStyle/>
          <a:p>
            <a:pPr algn="ctr"/>
            <a:r>
              <a:rPr lang="en-US" altLang="ko-KR" sz="2000" b="1" err="1">
                <a:cs typeface="Arial"/>
              </a:rPr>
              <a:t>항공</a:t>
            </a:r>
            <a:r>
              <a:rPr lang="en-US" altLang="ko-KR" sz="2000" b="1">
                <a:cs typeface="Arial"/>
              </a:rPr>
              <a:t> </a:t>
            </a:r>
            <a:r>
              <a:rPr lang="en-US" altLang="ko-KR" sz="2000" b="1" err="1">
                <a:cs typeface="Arial"/>
              </a:rPr>
              <a:t>고객</a:t>
            </a:r>
            <a:r>
              <a:rPr lang="en-US" altLang="ko-KR" sz="2000" b="1">
                <a:cs typeface="Arial"/>
              </a:rPr>
              <a:t> </a:t>
            </a:r>
            <a:r>
              <a:rPr lang="en-US" altLang="ko-KR" sz="2000" b="1" err="1">
                <a:cs typeface="Arial"/>
              </a:rPr>
              <a:t>만족도</a:t>
            </a:r>
            <a:r>
              <a:rPr lang="en-US" altLang="ko-KR" sz="2000" b="1">
                <a:cs typeface="Arial"/>
              </a:rPr>
              <a:t> </a:t>
            </a:r>
            <a:r>
              <a:rPr lang="en-US" altLang="ko-KR" sz="2000" b="1" err="1">
                <a:cs typeface="Arial"/>
              </a:rPr>
              <a:t>예측</a:t>
            </a:r>
            <a:r>
              <a:rPr lang="en-US" altLang="ko-KR" sz="2000" b="1">
                <a:cs typeface="Arial"/>
              </a:rPr>
              <a:t> </a:t>
            </a:r>
            <a:r>
              <a:rPr lang="en-US" altLang="ko-KR" sz="2000" b="1" err="1">
                <a:cs typeface="Arial"/>
              </a:rPr>
              <a:t>모델</a:t>
            </a:r>
            <a:r>
              <a:rPr lang="en-US" altLang="ko-KR" sz="2000" b="1">
                <a:cs typeface="Arial"/>
              </a:rPr>
              <a:t> </a:t>
            </a:r>
            <a:r>
              <a:rPr lang="en-US" altLang="ko-KR" sz="2000" b="1" err="1">
                <a:cs typeface="Arial"/>
              </a:rPr>
              <a:t>개발</a:t>
            </a:r>
            <a:endParaRPr lang="en-US" altLang="ko-KR" sz="2000">
              <a:cs typeface="Arial"/>
            </a:endParaRPr>
          </a:p>
          <a:p>
            <a:pPr algn="r"/>
            <a:endParaRPr lang="en-US" altLang="ko-KR"/>
          </a:p>
          <a:p>
            <a:pPr algn="r"/>
            <a:endParaRPr lang="en-US" altLang="ko-KR"/>
          </a:p>
          <a:p>
            <a:pPr algn="r"/>
            <a:endParaRPr lang="en-US" altLang="ko-KR">
              <a:cs typeface="Arial"/>
            </a:endParaRPr>
          </a:p>
          <a:p>
            <a:pPr algn="r"/>
            <a:endParaRPr lang="ko-KR" altLang="en-US" sz="2000">
              <a:cs typeface="Arial"/>
            </a:endParaRPr>
          </a:p>
          <a:p>
            <a:pPr algn="r"/>
            <a:endParaRPr lang="ko-KR" altLang="en-US" sz="2000"/>
          </a:p>
          <a:p>
            <a:pPr algn="r"/>
            <a:r>
              <a:rPr lang="ko-KR" altLang="en-US">
                <a:cs typeface="Arial"/>
              </a:rPr>
              <a:t>KT 에이블스쿨 9기</a:t>
            </a:r>
            <a:endParaRPr lang="ko-KR" altLang="en-US"/>
          </a:p>
          <a:p>
            <a:pPr algn="r"/>
            <a:r>
              <a:rPr lang="en-US" altLang="ko-KR" sz="1800" b="1" err="1">
                <a:latin typeface="Malgun Gothic"/>
                <a:ea typeface="Malgun Gothic"/>
              </a:rPr>
              <a:t>AI트랙</a:t>
            </a:r>
            <a:r>
              <a:rPr lang="en-US" altLang="ko-KR" sz="1800" b="1">
                <a:latin typeface="Malgun Gothic"/>
                <a:ea typeface="Malgun Gothic"/>
              </a:rPr>
              <a:t> 5반 13조</a:t>
            </a:r>
            <a:endParaRPr lang="en-US" altLang="ko-KR" sz="1800" b="1">
              <a:latin typeface="Malgun Gothic"/>
              <a:ea typeface="Malgun Gothic"/>
              <a:cs typeface="Arial"/>
            </a:endParaRPr>
          </a:p>
        </p:txBody>
      </p:sp>
      <p:sp>
        <p:nvSpPr>
          <p:cNvPr id="15" name="슬라이드 번호 개체 틀 1">
            <a:extLst>
              <a:ext uri="{FF2B5EF4-FFF2-40B4-BE49-F238E27FC236}">
                <a16:creationId xmlns:a16="http://schemas.microsoft.com/office/drawing/2014/main" id="{F1F8FEEF-7CD3-FEEC-9331-5BC4E595F0F7}"/>
              </a:ext>
            </a:extLst>
          </p:cNvPr>
          <p:cNvSpPr txBox="1">
            <a:spLocks/>
          </p:cNvSpPr>
          <p:nvPr/>
        </p:nvSpPr>
        <p:spPr>
          <a:xfrm>
            <a:off x="7970886" y="6620944"/>
            <a:ext cx="1173113" cy="18541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0" kern="1200" spc="-2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</a:t>
            </a:r>
            <a:fld id="{0D53B12E-C58E-4C73-B190-FC202CF6ED9D}" type="slidenum">
              <a:rPr lang="ko-KR" altLang="en-US" sz="900" dirty="0" smtClean="0">
                <a:solidFill>
                  <a:schemeClr val="bg1">
                    <a:lumMod val="49000"/>
                  </a:schemeClr>
                </a:solidFill>
              </a:rPr>
              <a:pPr algn="r"/>
              <a:t>1</a:t>
            </a:fld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/10]</a:t>
            </a:r>
            <a:endParaRPr lang="ko-KR" altLang="en-US" sz="900">
              <a:solidFill>
                <a:schemeClr val="bg1">
                  <a:lumMod val="49000"/>
                </a:schemeClr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16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495357" y="1844824"/>
            <a:ext cx="6765324" cy="432048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altLang="ko-KR">
                <a:latin typeface="Arial"/>
                <a:cs typeface="Arial"/>
              </a:rPr>
              <a:t>01     </a:t>
            </a:r>
            <a:r>
              <a:rPr lang="ko-KR" altLang="en-US">
                <a:solidFill>
                  <a:srgbClr val="3A3A3A"/>
                </a:solidFill>
                <a:latin typeface="Malgun Gothic"/>
                <a:ea typeface="Malgun Gothic"/>
                <a:cs typeface="Arial"/>
              </a:rPr>
              <a:t>프로젝트 개요</a:t>
            </a:r>
            <a:br>
              <a:rPr lang="en-US" altLang="ko-KR"/>
            </a:br>
            <a:r>
              <a:rPr lang="en-US" altLang="ko-KR">
                <a:latin typeface="Arial"/>
                <a:cs typeface="Arial"/>
              </a:rPr>
              <a:t>02   </a:t>
            </a:r>
            <a:r>
              <a:rPr lang="en-US" altLang="ko-KR">
                <a:solidFill>
                  <a:srgbClr val="1F4789"/>
                </a:solidFill>
                <a:latin typeface="Arial"/>
                <a:ea typeface="맑은 고딕"/>
                <a:cs typeface="Arial"/>
              </a:rPr>
              <a:t>  </a:t>
            </a:r>
            <a:r>
              <a:rPr lang="ko-KR" altLang="en-US">
                <a:solidFill>
                  <a:srgbClr val="3A3A3A"/>
                </a:solidFill>
                <a:latin typeface="Malgun Gothic"/>
                <a:ea typeface="Malgun Gothic"/>
                <a:cs typeface="Arial"/>
              </a:rPr>
              <a:t>데이터 분석</a:t>
            </a:r>
            <a:br>
              <a:rPr lang="en-US" altLang="ko-KR"/>
            </a:br>
            <a:r>
              <a:rPr lang="en-US" altLang="ko-KR">
                <a:latin typeface="Arial"/>
                <a:cs typeface="Arial"/>
              </a:rPr>
              <a:t>03     </a:t>
            </a:r>
            <a:r>
              <a:rPr lang="ko-KR" altLang="en-US">
                <a:solidFill>
                  <a:srgbClr val="3A3A3A"/>
                </a:solidFill>
                <a:latin typeface="Malgun Gothic"/>
                <a:ea typeface="Malgun Gothic"/>
                <a:cs typeface="Arial"/>
              </a:rPr>
              <a:t>데이터 전처리</a:t>
            </a:r>
            <a:br>
              <a:rPr lang="en-US" altLang="ko-KR">
                <a:cs typeface="Arial"/>
              </a:rPr>
            </a:br>
            <a:r>
              <a:rPr lang="en-US" altLang="ko-KR">
                <a:latin typeface="Arial"/>
                <a:cs typeface="Arial"/>
              </a:rPr>
              <a:t>04     </a:t>
            </a:r>
            <a:r>
              <a:rPr lang="ko-KR">
                <a:solidFill>
                  <a:srgbClr val="3A3A3A"/>
                </a:solidFill>
                <a:latin typeface="Malgun Gothic"/>
                <a:ea typeface="Malgun Gothic"/>
                <a:cs typeface="Arial"/>
              </a:rPr>
              <a:t>모델링</a:t>
            </a:r>
            <a:br>
              <a:rPr lang="en-US" altLang="ko-KR">
                <a:cs typeface="Arial"/>
              </a:rPr>
            </a:br>
            <a:r>
              <a:rPr lang="en-US" altLang="ko-KR">
                <a:latin typeface="Arial"/>
                <a:cs typeface="Arial"/>
              </a:rPr>
              <a:t>05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  </a:t>
            </a:r>
            <a:r>
              <a:rPr lang="ko-KR" altLang="en-US">
                <a:solidFill>
                  <a:schemeClr val="tx1"/>
                </a:solidFill>
                <a:latin typeface="Arial"/>
                <a:cs typeface="Arial"/>
              </a:rPr>
              <a:t>개선사항</a:t>
            </a:r>
            <a:endParaRPr lang="ko-KR" altLang="en-US">
              <a:solidFill>
                <a:schemeClr val="tx1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F6938FF2-00A9-1A0D-5DC0-7B449FB8D939}"/>
              </a:ext>
            </a:extLst>
          </p:cNvPr>
          <p:cNvSpPr txBox="1">
            <a:spLocks/>
          </p:cNvSpPr>
          <p:nvPr/>
        </p:nvSpPr>
        <p:spPr>
          <a:xfrm>
            <a:off x="7970886" y="6569158"/>
            <a:ext cx="1173113" cy="18541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342900" indent="-342900" algn="l" defTabSz="914400" rtl="0" eaLnBrk="1" latinLnBrk="1" hangingPunct="1">
              <a:lnSpc>
                <a:spcPct val="200000"/>
              </a:lnSpc>
              <a:spcBef>
                <a:spcPts val="0"/>
              </a:spcBef>
              <a:buFont typeface="Arial" pitchFamily="34" charset="0"/>
              <a:buNone/>
              <a:defRPr sz="1800" b="0" kern="1200" spc="-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  <a:cs typeface="Arial"/>
              </a:rPr>
              <a:t>[2/10]</a:t>
            </a:r>
          </a:p>
        </p:txBody>
      </p:sp>
    </p:spTree>
    <p:extLst>
      <p:ext uri="{BB962C8B-B14F-4D97-AF65-F5344CB8AC3E}">
        <p14:creationId xmlns:p14="http://schemas.microsoft.com/office/powerpoint/2010/main" val="5969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>
                <a:latin typeface="+mj-ea"/>
              </a:rPr>
              <a:t>01 </a:t>
            </a:r>
            <a:r>
              <a:rPr lang="en-US" altLang="ko-KR" err="1">
                <a:latin typeface="+mj-ea"/>
              </a:rPr>
              <a:t>프로젝트</a:t>
            </a:r>
            <a:r>
              <a:rPr lang="en-US" altLang="ko-KR">
                <a:latin typeface="+mj-ea"/>
              </a:rPr>
              <a:t> </a:t>
            </a:r>
            <a:r>
              <a:rPr lang="en-US" altLang="ko-KR" err="1">
                <a:latin typeface="+mj-ea"/>
              </a:rPr>
              <a:t>개요</a:t>
            </a:r>
            <a:endParaRPr lang="en-US" altLang="ko-KR" b="1" err="1">
              <a:latin typeface="+mj-e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EB03F3-3186-EE37-DAF5-212F8035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74" y="1277209"/>
            <a:ext cx="2485823" cy="1718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68BB6B-C632-D2B4-645A-E2FAB1BF4D1E}"/>
              </a:ext>
            </a:extLst>
          </p:cNvPr>
          <p:cNvSpPr txBox="1"/>
          <p:nvPr/>
        </p:nvSpPr>
        <p:spPr>
          <a:xfrm>
            <a:off x="3599195" y="2134661"/>
            <a:ext cx="47771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5670B4"/>
                </a:solidFill>
                <a:cs typeface="Arial"/>
              </a:rPr>
              <a:t>''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설문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 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결과와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 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실제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 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고객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 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경험의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 </a:t>
            </a:r>
            <a:r>
              <a:rPr lang="ko-KR" altLang="en-US" sz="2000" b="1">
                <a:solidFill>
                  <a:srgbClr val="5670B4"/>
                </a:solidFill>
                <a:cs typeface="Arial"/>
              </a:rPr>
              <a:t>불일치</a:t>
            </a:r>
            <a:r>
              <a:rPr lang="en-US" sz="2000" b="1">
                <a:solidFill>
                  <a:srgbClr val="5670B4"/>
                </a:solidFill>
                <a:cs typeface="Arial"/>
              </a:rPr>
              <a:t>''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DDF4BF-9430-6AC5-41DE-7862909576FF}"/>
              </a:ext>
            </a:extLst>
          </p:cNvPr>
          <p:cNvSpPr txBox="1"/>
          <p:nvPr/>
        </p:nvSpPr>
        <p:spPr>
          <a:xfrm>
            <a:off x="819324" y="3428600"/>
            <a:ext cx="6589444" cy="26622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solidFill>
                  <a:srgbClr val="002060"/>
                </a:solidFill>
              </a:rPr>
              <a:t>[</a:t>
            </a:r>
            <a:r>
              <a:rPr lang="en-US" sz="2000" b="1" err="1">
                <a:solidFill>
                  <a:srgbClr val="002060"/>
                </a:solidFill>
              </a:rPr>
              <a:t>데이터</a:t>
            </a:r>
            <a:r>
              <a:rPr lang="en-US" sz="2000" b="1">
                <a:solidFill>
                  <a:srgbClr val="002060"/>
                </a:solidFill>
              </a:rPr>
              <a:t> </a:t>
            </a:r>
            <a:r>
              <a:rPr lang="en-US" sz="2000" b="1" err="1">
                <a:solidFill>
                  <a:srgbClr val="002060"/>
                </a:solidFill>
              </a:rPr>
              <a:t>소개</a:t>
            </a:r>
            <a:r>
              <a:rPr lang="en-US" sz="2000" b="1">
                <a:solidFill>
                  <a:srgbClr val="002060"/>
                </a:solidFill>
              </a:rPr>
              <a:t>]</a:t>
            </a:r>
            <a:endParaRPr lang="en-US">
              <a:solidFill>
                <a:srgbClr val="002060"/>
              </a:solidFill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2060"/>
                </a:solidFill>
              </a:rPr>
              <a:t>✔ </a:t>
            </a:r>
            <a:r>
              <a:rPr lang="en-US" err="1">
                <a:solidFill>
                  <a:srgbClr val="002060"/>
                </a:solidFill>
              </a:rPr>
              <a:t>항공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서비스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만족도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설문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데이터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활용</a:t>
            </a:r>
            <a:br>
              <a:rPr lang="en-US"/>
            </a:br>
            <a:r>
              <a:rPr lang="en-US">
                <a:solidFill>
                  <a:srgbClr val="002060"/>
                </a:solidFill>
              </a:rPr>
              <a:t>✔ </a:t>
            </a:r>
            <a:r>
              <a:rPr lang="en-US" err="1">
                <a:solidFill>
                  <a:srgbClr val="002060"/>
                </a:solidFill>
              </a:rPr>
              <a:t>고객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경험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관련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다양한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변수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포함</a:t>
            </a:r>
            <a:endParaRPr lang="en-US">
              <a:solidFill>
                <a:srgbClr val="002060"/>
              </a:solidFill>
              <a:cs typeface="Arial"/>
            </a:endParaRPr>
          </a:p>
          <a:p>
            <a:br>
              <a:rPr lang="en-US"/>
            </a:br>
            <a:r>
              <a:rPr lang="en-US" sz="2000" b="1">
                <a:solidFill>
                  <a:srgbClr val="002060"/>
                </a:solidFill>
              </a:rPr>
              <a:t>[</a:t>
            </a:r>
            <a:r>
              <a:rPr lang="en-US" sz="2000" b="1" err="1">
                <a:solidFill>
                  <a:srgbClr val="002060"/>
                </a:solidFill>
              </a:rPr>
              <a:t>목표</a:t>
            </a:r>
            <a:r>
              <a:rPr lang="en-US" sz="2000" b="1">
                <a:solidFill>
                  <a:srgbClr val="002060"/>
                </a:solidFill>
              </a:rPr>
              <a:t>]</a:t>
            </a:r>
            <a:endParaRPr lang="en-US">
              <a:solidFill>
                <a:srgbClr val="002060"/>
              </a:solidFill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002060"/>
                </a:solidFill>
              </a:rPr>
              <a:t>✔ </a:t>
            </a:r>
            <a:r>
              <a:rPr lang="en-US" err="1">
                <a:solidFill>
                  <a:srgbClr val="002060"/>
                </a:solidFill>
              </a:rPr>
              <a:t>고객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만족도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예측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모델</a:t>
            </a:r>
            <a:r>
              <a:rPr lang="en-US">
                <a:solidFill>
                  <a:srgbClr val="002060"/>
                </a:solidFill>
              </a:rPr>
              <a:t> </a:t>
            </a:r>
            <a:r>
              <a:rPr lang="en-US" err="1">
                <a:solidFill>
                  <a:srgbClr val="002060"/>
                </a:solidFill>
              </a:rPr>
              <a:t>구축</a:t>
            </a:r>
            <a:endParaRPr lang="en-US">
              <a:solidFill>
                <a:srgbClr val="002060"/>
              </a:solidFill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22" name="슬라이드 번호 개체 틀 1">
            <a:extLst>
              <a:ext uri="{FF2B5EF4-FFF2-40B4-BE49-F238E27FC236}">
                <a16:creationId xmlns:a16="http://schemas.microsoft.com/office/drawing/2014/main" id="{380C1B55-6CE2-8625-F6B8-68D7328F4A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970886" y="6620944"/>
            <a:ext cx="1173113" cy="185415"/>
          </a:xfrm>
        </p:spPr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  <a:cs typeface="Arial"/>
              </a:rPr>
              <a:t>[3/10]</a:t>
            </a:r>
          </a:p>
        </p:txBody>
      </p:sp>
    </p:spTree>
    <p:extLst>
      <p:ext uri="{BB962C8B-B14F-4D97-AF65-F5344CB8AC3E}">
        <p14:creationId xmlns:p14="http://schemas.microsoft.com/office/powerpoint/2010/main" val="378113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02</a:t>
            </a:r>
            <a:r>
              <a:rPr lang="ko-KR" altLang="en-US">
                <a:latin typeface="+mj-ea"/>
              </a:rPr>
              <a:t> 데이터 분석 </a:t>
            </a:r>
            <a:endParaRPr lang="ko-KR" altLang="en-US" b="1">
              <a:latin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[4/10]</a:t>
            </a:r>
            <a:endParaRPr lang="en-US" sz="900">
              <a:solidFill>
                <a:schemeClr val="bg1">
                  <a:lumMod val="49000"/>
                </a:schemeClr>
              </a:solidFill>
              <a:cs typeface="Arial"/>
            </a:endParaRPr>
          </a:p>
        </p:txBody>
      </p:sp>
      <p:sp>
        <p:nvSpPr>
          <p:cNvPr id="8" name="부제목 2"/>
          <p:cNvSpPr txBox="1">
            <a:spLocks/>
          </p:cNvSpPr>
          <p:nvPr/>
        </p:nvSpPr>
        <p:spPr>
          <a:xfrm>
            <a:off x="323851" y="836712"/>
            <a:ext cx="8496299" cy="288032"/>
          </a:xfrm>
          <a:prstGeom prst="rect">
            <a:avLst/>
          </a:prstGeom>
        </p:spPr>
        <p:txBody>
          <a:bodyPr wrap="square" lIns="0" tIns="0" rIns="0" bIns="0"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 spc="-2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34" charset="0"/>
              <a:buChar char="v"/>
            </a:pP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가설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수립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및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검증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6BDAB-9283-AD94-0F74-AC1EB1DC5997}"/>
              </a:ext>
            </a:extLst>
          </p:cNvPr>
          <p:cNvSpPr txBox="1"/>
          <p:nvPr/>
        </p:nvSpPr>
        <p:spPr>
          <a:xfrm>
            <a:off x="580644" y="1130530"/>
            <a:ext cx="824006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/>
              <a:t>Loyal Customer</a:t>
            </a:r>
            <a:r>
              <a:rPr lang="ko-KR" altLang="en-US" sz="1400"/>
              <a:t>일수록</a:t>
            </a:r>
            <a:r>
              <a:rPr lang="en-US" sz="1400"/>
              <a:t> Satisfaction</a:t>
            </a:r>
            <a:r>
              <a:rPr lang="ko-KR" altLang="en-US" sz="1400"/>
              <a:t>이</a:t>
            </a:r>
            <a:r>
              <a:rPr lang="en-US" altLang="ko-KR" sz="1400"/>
              <a:t> </a:t>
            </a:r>
            <a:r>
              <a:rPr lang="ko-KR" altLang="en-US" sz="1400"/>
              <a:t>높을</a:t>
            </a:r>
            <a:r>
              <a:rPr lang="en-US" altLang="ko-KR" sz="1400"/>
              <a:t> </a:t>
            </a:r>
            <a:r>
              <a:rPr lang="ko-KR" altLang="en-US" sz="1400"/>
              <a:t>것이다</a:t>
            </a:r>
            <a:r>
              <a:rPr lang="en-US" sz="1400"/>
              <a:t>.</a:t>
            </a:r>
            <a:endParaRPr lang="ko-KR" altLang="en-US" sz="1400">
              <a:cs typeface="Arial"/>
            </a:endParaRPr>
          </a:p>
          <a:p>
            <a:pPr marL="285750" indent="-285750">
              <a:buAutoNum type="arabicPeriod"/>
            </a:pPr>
            <a:r>
              <a:rPr lang="en-US" sz="1400"/>
              <a:t> Business Travel</a:t>
            </a:r>
            <a:r>
              <a:rPr lang="en-US" altLang="ko-KR" sz="1400"/>
              <a:t> </a:t>
            </a:r>
            <a:r>
              <a:rPr lang="ko-KR" altLang="en-US" sz="1400"/>
              <a:t>고객일수록</a:t>
            </a:r>
            <a:r>
              <a:rPr lang="en-US" sz="1400"/>
              <a:t> Satisfaction</a:t>
            </a:r>
            <a:r>
              <a:rPr lang="ko-KR" altLang="en-US" sz="1400"/>
              <a:t>이</a:t>
            </a:r>
            <a:r>
              <a:rPr lang="en-US" altLang="ko-KR" sz="1400"/>
              <a:t> </a:t>
            </a:r>
            <a:r>
              <a:rPr lang="ko-KR" altLang="en-US" sz="1400"/>
              <a:t>높을</a:t>
            </a:r>
            <a:r>
              <a:rPr lang="en-US" altLang="ko-KR" sz="1400"/>
              <a:t> </a:t>
            </a:r>
            <a:r>
              <a:rPr lang="ko-KR" altLang="en-US" sz="1400"/>
              <a:t>것이다</a:t>
            </a:r>
            <a:r>
              <a:rPr lang="en-US" sz="1400"/>
              <a:t>.</a:t>
            </a:r>
            <a:endParaRPr lang="ko-KR" altLang="en-US" sz="1400"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400"/>
              <a:t>Class</a:t>
            </a:r>
            <a:r>
              <a:rPr lang="ko-KR" altLang="en-US" sz="1400"/>
              <a:t>가</a:t>
            </a:r>
            <a:r>
              <a:rPr lang="en-US" altLang="ko-KR" sz="1400"/>
              <a:t> </a:t>
            </a:r>
            <a:r>
              <a:rPr lang="ko-KR" altLang="en-US" sz="1400"/>
              <a:t>높을수록</a:t>
            </a:r>
            <a:r>
              <a:rPr lang="en-US" sz="1400"/>
              <a:t> Satisfaction</a:t>
            </a:r>
            <a:r>
              <a:rPr lang="ko-KR" altLang="en-US" sz="1400"/>
              <a:t>이</a:t>
            </a:r>
            <a:r>
              <a:rPr lang="en-US" altLang="ko-KR" sz="1400"/>
              <a:t> </a:t>
            </a:r>
            <a:r>
              <a:rPr lang="ko-KR" altLang="en-US" sz="1400"/>
              <a:t>높을</a:t>
            </a:r>
            <a:r>
              <a:rPr lang="en-US" altLang="ko-KR" sz="1400"/>
              <a:t> </a:t>
            </a:r>
            <a:r>
              <a:rPr lang="ko-KR" altLang="en-US" sz="1400"/>
              <a:t>것이다.</a:t>
            </a:r>
            <a:endParaRPr lang="ko-KR" altLang="en-US" sz="1400">
              <a:cs typeface="Arial"/>
            </a:endParaRPr>
          </a:p>
          <a:p>
            <a:pPr marL="342900" indent="-342900">
              <a:buAutoNum type="arabicPeriod"/>
            </a:pPr>
            <a:r>
              <a:rPr lang="en-US" sz="1400"/>
              <a:t>Online boarding</a:t>
            </a:r>
            <a:r>
              <a:rPr lang="en-US" altLang="ko-KR" sz="1400"/>
              <a:t> </a:t>
            </a:r>
            <a:r>
              <a:rPr lang="ko-KR" altLang="en-US" sz="1400"/>
              <a:t>점수가</a:t>
            </a:r>
            <a:r>
              <a:rPr lang="en-US" altLang="ko-KR" sz="1400"/>
              <a:t> </a:t>
            </a:r>
            <a:r>
              <a:rPr lang="ko-KR" altLang="en-US" sz="1400"/>
              <a:t>높을수록</a:t>
            </a:r>
            <a:r>
              <a:rPr lang="en-US" sz="1400"/>
              <a:t> Satisfaction</a:t>
            </a:r>
            <a:r>
              <a:rPr lang="ko-KR" altLang="en-US" sz="1400"/>
              <a:t>이</a:t>
            </a:r>
            <a:r>
              <a:rPr lang="en-US" altLang="ko-KR" sz="1400"/>
              <a:t> </a:t>
            </a:r>
            <a:r>
              <a:rPr lang="ko-KR" altLang="en-US" sz="1400"/>
              <a:t>높을</a:t>
            </a:r>
            <a:r>
              <a:rPr lang="en-US" altLang="ko-KR" sz="1400"/>
              <a:t> </a:t>
            </a:r>
            <a:r>
              <a:rPr lang="ko-KR" altLang="en-US" sz="1400"/>
              <a:t>것이다</a:t>
            </a:r>
            <a:r>
              <a:rPr lang="en-US" sz="1400"/>
              <a:t>.</a:t>
            </a:r>
            <a:endParaRPr lang="ko-KR" altLang="en-US" sz="1400">
              <a:cs typeface="Arial"/>
            </a:endParaRPr>
          </a:p>
          <a:p>
            <a:pPr marL="285750" indent="-285750">
              <a:buAutoNum type="arabicPeriod"/>
            </a:pPr>
            <a:r>
              <a:rPr lang="en-US" sz="1400"/>
              <a:t> Arrival Delay in Minutes</a:t>
            </a:r>
            <a:r>
              <a:rPr lang="ko-KR" altLang="en-US" sz="1400"/>
              <a:t>가</a:t>
            </a:r>
            <a:r>
              <a:rPr lang="en-US" altLang="ko-KR" sz="1400"/>
              <a:t> </a:t>
            </a:r>
            <a:r>
              <a:rPr lang="ko-KR" altLang="en-US" sz="1400"/>
              <a:t>길수록</a:t>
            </a:r>
            <a:r>
              <a:rPr lang="en-US" sz="1400"/>
              <a:t> Satisfaction</a:t>
            </a:r>
            <a:r>
              <a:rPr lang="ko-KR" altLang="en-US" sz="1400"/>
              <a:t>은</a:t>
            </a:r>
            <a:r>
              <a:rPr lang="en-US" altLang="ko-KR" sz="1400"/>
              <a:t> </a:t>
            </a:r>
            <a:r>
              <a:rPr lang="ko-KR" altLang="en-US" sz="1400"/>
              <a:t>낮을</a:t>
            </a:r>
            <a:r>
              <a:rPr lang="en-US" altLang="ko-KR" sz="1400"/>
              <a:t> </a:t>
            </a:r>
            <a:r>
              <a:rPr lang="ko-KR" altLang="en-US" sz="1400"/>
              <a:t>것이다</a:t>
            </a:r>
            <a:r>
              <a:rPr lang="en-US" sz="1400"/>
              <a:t>.</a:t>
            </a:r>
            <a:endParaRPr lang="en-US" altLang="ko-KR" sz="140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C935BA-E7A9-1DC7-DE19-DE2BC598D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500" y="2462158"/>
            <a:ext cx="2368865" cy="16540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81CCCC-92D2-A2C1-99F0-A19CB27B5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60" y="2462158"/>
            <a:ext cx="2378979" cy="16565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C5D69A-7A69-3CD1-3FF5-782763393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89" y="2462159"/>
            <a:ext cx="2365619" cy="16526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087D7BE-2C4C-E26F-D923-ABDEE6C42E1E}"/>
              </a:ext>
            </a:extLst>
          </p:cNvPr>
          <p:cNvSpPr txBox="1"/>
          <p:nvPr/>
        </p:nvSpPr>
        <p:spPr>
          <a:xfrm>
            <a:off x="3339619" y="4118830"/>
            <a:ext cx="231319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cs typeface="Arial"/>
              </a:rPr>
              <a:t>Fig.2 여행 목적 별</a:t>
            </a:r>
            <a:r>
              <a:rPr lang="ko-KR" sz="1000" b="1">
                <a:cs typeface="Arial"/>
              </a:rPr>
              <a:t> 만족도 상관관계</a:t>
            </a:r>
            <a:endParaRPr lang="ko-KR" altLang="en-US" sz="1000" b="1"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14C4E-01FC-C395-543E-895B072D798C}"/>
              </a:ext>
            </a:extLst>
          </p:cNvPr>
          <p:cNvSpPr txBox="1"/>
          <p:nvPr/>
        </p:nvSpPr>
        <p:spPr>
          <a:xfrm>
            <a:off x="815116" y="4118830"/>
            <a:ext cx="190153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 b="1">
                <a:cs typeface="Arial"/>
              </a:rPr>
              <a:t>Fig.1 승객별 만족도 상관관계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D4584E-14FE-12FA-D9CC-EBF9D2DEC0B0}"/>
              </a:ext>
            </a:extLst>
          </p:cNvPr>
          <p:cNvSpPr txBox="1"/>
          <p:nvPr/>
        </p:nvSpPr>
        <p:spPr>
          <a:xfrm>
            <a:off x="6208106" y="4118830"/>
            <a:ext cx="223547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sz="1000" b="1">
                <a:cs typeface="Arial"/>
              </a:rPr>
              <a:t>Fig.</a:t>
            </a:r>
            <a:r>
              <a:rPr lang="en-US" altLang="ko-KR" sz="1000" b="1">
                <a:cs typeface="Arial"/>
              </a:rPr>
              <a:t>3</a:t>
            </a:r>
            <a:r>
              <a:rPr lang="ko-KR" sz="1000" b="1">
                <a:cs typeface="Arial"/>
              </a:rPr>
              <a:t> 좌석 </a:t>
            </a:r>
            <a:r>
              <a:rPr lang="ko-KR" altLang="en-US" sz="1000" b="1">
                <a:cs typeface="Arial"/>
              </a:rPr>
              <a:t>등급</a:t>
            </a:r>
            <a:r>
              <a:rPr lang="ko-KR" sz="1000" b="1">
                <a:cs typeface="Arial"/>
              </a:rPr>
              <a:t> 별 만족도 상관관계</a:t>
            </a:r>
            <a:endParaRPr lang="ko-KR" sz="1000">
              <a:solidFill>
                <a:srgbClr val="000000"/>
              </a:solidFill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2455AD-08ED-63FF-9B5B-FF774BA11979}"/>
              </a:ext>
            </a:extLst>
          </p:cNvPr>
          <p:cNvSpPr txBox="1"/>
          <p:nvPr/>
        </p:nvSpPr>
        <p:spPr>
          <a:xfrm>
            <a:off x="1659420" y="6060108"/>
            <a:ext cx="258276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cs typeface="Arial"/>
              </a:rPr>
              <a:t>Fig.4 온라인 편의성 별 만족도 상관관계</a:t>
            </a:r>
            <a:endParaRPr lang="en-US" altLang="ko-KR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065E65-7071-C0D3-83B5-84F0766A7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796" y="4365616"/>
            <a:ext cx="2310582" cy="16542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BD3B6D-1F91-1BA9-8081-8BC077DB2B4C}"/>
              </a:ext>
            </a:extLst>
          </p:cNvPr>
          <p:cNvSpPr txBox="1"/>
          <p:nvPr/>
        </p:nvSpPr>
        <p:spPr>
          <a:xfrm>
            <a:off x="4729556" y="6066835"/>
            <a:ext cx="245475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 b="1">
                <a:cs typeface="Arial"/>
              </a:rPr>
              <a:t>Fig.5 도착 지연 시간별 만족도 상관관계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1A37C-AB99-EDE1-2A46-E1BF67173E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6848" y="4381974"/>
            <a:ext cx="2332445" cy="165530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65173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63EA-8EC2-8914-3E86-6D200D52E0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Malgun Gothic"/>
                <a:ea typeface="Malgun Gothic"/>
                <a:cs typeface="Arial"/>
              </a:rPr>
              <a:t>02</a:t>
            </a:r>
            <a:r>
              <a:rPr lang="ko-KR" altLang="en-US">
                <a:latin typeface="Malgun Gothic"/>
                <a:ea typeface="Malgun Gothic"/>
                <a:cs typeface="Arial"/>
              </a:rPr>
              <a:t> </a:t>
            </a:r>
            <a:r>
              <a:rPr lang="ko-KR">
                <a:latin typeface="Malgun Gothic"/>
                <a:ea typeface="Malgun Gothic"/>
                <a:cs typeface="Arial"/>
              </a:rPr>
              <a:t>데이터 분석</a:t>
            </a:r>
            <a:endParaRPr lang="en-US">
              <a:latin typeface="Malgun Gothic"/>
              <a:ea typeface="Malgun Gothic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13352-8E25-3741-2892-E370B0D61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lIns="0" tIns="0" rIns="0" bIns="0" anchor="t"/>
          <a:lstStyle/>
          <a:p>
            <a:pPr marL="285750" indent="-285750">
              <a:buFont typeface="Wingdings,Sans-Serif"/>
              <a:buChar char="v"/>
            </a:pP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가설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수립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결과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분석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 </a:t>
            </a:r>
          </a:p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91E11-FECC-7133-8537-76907778E6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pPr>
              <a:buFont typeface="Calibri" pitchFamily="34" charset="0"/>
              <a:buChar char="-"/>
            </a:pPr>
            <a:r>
              <a:rPr lang="en-US" altLang="ko-KR" err="1">
                <a:latin typeface="Arial"/>
                <a:cs typeface="Arial"/>
              </a:rPr>
              <a:t>고객만족도에</a:t>
            </a:r>
            <a:r>
              <a:rPr lang="en-US" altLang="ko-KR">
                <a:latin typeface="Arial"/>
                <a:cs typeface="Arial"/>
              </a:rPr>
              <a:t> </a:t>
            </a:r>
            <a:r>
              <a:rPr lang="en-US" altLang="ko-KR" err="1">
                <a:latin typeface="Arial"/>
                <a:cs typeface="Arial"/>
              </a:rPr>
              <a:t>대한</a:t>
            </a:r>
            <a:r>
              <a:rPr lang="en-US" altLang="ko-KR">
                <a:latin typeface="Arial"/>
                <a:cs typeface="Arial"/>
              </a:rPr>
              <a:t> </a:t>
            </a:r>
            <a:r>
              <a:rPr lang="en-US" altLang="ko-KR" err="1">
                <a:latin typeface="Arial"/>
                <a:cs typeface="Arial"/>
              </a:rPr>
              <a:t>중요도</a:t>
            </a:r>
            <a:r>
              <a:rPr lang="en-US" altLang="ko-KR">
                <a:latin typeface="Arial"/>
                <a:cs typeface="Arial"/>
              </a:rPr>
              <a:t> Top5</a:t>
            </a:r>
            <a:r>
              <a:rPr lang="en-US" altLang="ko-KR">
                <a:latin typeface="Times New Roman"/>
                <a:cs typeface="Times New Roman"/>
              </a:rPr>
              <a:t> </a:t>
            </a:r>
            <a:endParaRPr lang="en-US"/>
          </a:p>
          <a:p>
            <a:pPr>
              <a:buFont typeface="Arial,Sans-Serif" pitchFamily="34" charset="0"/>
              <a:buChar char="•"/>
            </a:pPr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Inflight </a:t>
            </a:r>
            <a:r>
              <a:rPr lang="en-US" sz="1400" b="0" err="1">
                <a:solidFill>
                  <a:srgbClr val="3A3A3A"/>
                </a:solidFill>
                <a:latin typeface="Arial"/>
                <a:cs typeface="Arial"/>
              </a:rPr>
              <a:t>wifi</a:t>
            </a:r>
            <a:r>
              <a:rPr lang="en-US" altLang="ko-KR" sz="1400" b="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service</a:t>
            </a:r>
            <a:endParaRPr lang="en-US" sz="1600" b="0">
              <a:latin typeface="Arial"/>
              <a:cs typeface="Arial"/>
            </a:endParaRPr>
          </a:p>
          <a:p>
            <a:pPr>
              <a:buFont typeface="Arial,Sans-Serif" pitchFamily="34" charset="0"/>
              <a:buChar char="•"/>
            </a:pPr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Online </a:t>
            </a:r>
            <a:r>
              <a:rPr lang="en-US" altLang="ko-KR" sz="1400" b="0">
                <a:solidFill>
                  <a:srgbClr val="3A3A3A"/>
                </a:solidFill>
                <a:latin typeface="Arial"/>
                <a:cs typeface="Arial"/>
              </a:rPr>
              <a:t>boarding</a:t>
            </a:r>
            <a:endParaRPr lang="en-US" sz="1600" b="0">
              <a:latin typeface="Arial"/>
              <a:cs typeface="Arial"/>
            </a:endParaRPr>
          </a:p>
          <a:p>
            <a:pPr>
              <a:buFont typeface="Arial,Sans-Serif" pitchFamily="34" charset="0"/>
              <a:buChar char="•"/>
            </a:pPr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Ease of Online </a:t>
            </a:r>
            <a:r>
              <a:rPr lang="en-US" altLang="ko-KR" sz="1400" b="0">
                <a:solidFill>
                  <a:srgbClr val="3A3A3A"/>
                </a:solidFill>
                <a:latin typeface="Arial"/>
                <a:cs typeface="Arial"/>
              </a:rPr>
              <a:t>booking</a:t>
            </a:r>
            <a:endParaRPr lang="en-US" sz="1600" b="0">
              <a:latin typeface="Arial"/>
              <a:cs typeface="Arial"/>
            </a:endParaRPr>
          </a:p>
          <a:p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Type of</a:t>
            </a:r>
            <a:r>
              <a:rPr lang="en-US" altLang="ko-KR" sz="1400" b="0">
                <a:solidFill>
                  <a:srgbClr val="3A3A3A"/>
                </a:solidFill>
                <a:latin typeface="Arial"/>
                <a:cs typeface="Arial"/>
              </a:rPr>
              <a:t> Travel</a:t>
            </a:r>
            <a:endParaRPr lang="ko-KR" sz="1400" b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 sz="1400" b="0">
                <a:solidFill>
                  <a:srgbClr val="3A3A3A"/>
                </a:solidFill>
                <a:latin typeface="Arial"/>
                <a:cs typeface="Arial"/>
              </a:rPr>
              <a:t>Class</a:t>
            </a:r>
            <a:endParaRPr lang="en-US" altLang="ko-KR" sz="1400" b="0">
              <a:solidFill>
                <a:srgbClr val="3A3A3A"/>
              </a:solidFill>
              <a:latin typeface="Arial"/>
              <a:cs typeface="Arial"/>
            </a:endParaRPr>
          </a:p>
          <a:p>
            <a:pPr>
              <a:buFont typeface="Calibri" pitchFamily="34" charset="0"/>
              <a:buChar char="-"/>
            </a:pPr>
            <a:endParaRPr lang="en-US" altLang="ko-KR" sz="1400" b="0">
              <a:solidFill>
                <a:srgbClr val="3A3A3A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5A7BB-598E-9E31-19FD-DCE8D6372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[5/10]</a:t>
            </a:r>
            <a:endParaRPr lang="ko-KR" altLang="en-US" sz="900">
              <a:solidFill>
                <a:schemeClr val="bg1">
                  <a:lumMod val="49000"/>
                </a:schemeClr>
              </a:solidFill>
              <a:cs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D0EEB-8DBA-A6C8-4A4C-1D7E17C42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942" y="2249955"/>
            <a:ext cx="5412747" cy="35676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C5A595-D48E-5E9D-D0EA-CA60ED508680}"/>
              </a:ext>
            </a:extLst>
          </p:cNvPr>
          <p:cNvSpPr txBox="1"/>
          <p:nvPr/>
        </p:nvSpPr>
        <p:spPr>
          <a:xfrm>
            <a:off x="4889576" y="5902243"/>
            <a:ext cx="191982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000" b="1">
                <a:cs typeface="Arial"/>
              </a:rPr>
              <a:t>Fig.6 </a:t>
            </a:r>
            <a:r>
              <a:rPr lang="ko-KR" altLang="en-US" sz="1000" b="1">
                <a:solidFill>
                  <a:srgbClr val="3A3A3A"/>
                </a:solidFill>
                <a:ea typeface="맑은 고딕"/>
                <a:cs typeface="+mn-lt"/>
              </a:rPr>
              <a:t>변수 중요도 시각화 결과</a:t>
            </a:r>
            <a:endParaRPr lang="ko-KR" altLang="en-US" sz="10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69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03 </a:t>
            </a:r>
            <a:r>
              <a:rPr lang="en-US" altLang="ko-KR" err="1">
                <a:latin typeface="+mj-ea"/>
              </a:rPr>
              <a:t>데이터</a:t>
            </a:r>
            <a:r>
              <a:rPr lang="en-US" altLang="ko-KR">
                <a:latin typeface="+mj-ea"/>
              </a:rPr>
              <a:t> </a:t>
            </a:r>
            <a:r>
              <a:rPr lang="en-US" altLang="ko-KR" err="1">
                <a:latin typeface="+mj-ea"/>
              </a:rPr>
              <a:t>전처</a:t>
            </a:r>
            <a:r>
              <a:rPr lang="en-US" altLang="ko-KR">
                <a:latin typeface="+mj-ea"/>
              </a:rPr>
              <a:t>리 </a:t>
            </a:r>
            <a:endParaRPr lang="en-US" altLang="ko-KR" b="1">
              <a:latin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[6/10]</a:t>
            </a:r>
            <a:endParaRPr lang="en-US" altLang="ko-KR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0C9F12D-1BB0-84E9-B3D0-C0FAFA3F99D5}"/>
              </a:ext>
            </a:extLst>
          </p:cNvPr>
          <p:cNvSpPr txBox="1">
            <a:spLocks/>
          </p:cNvSpPr>
          <p:nvPr/>
        </p:nvSpPr>
        <p:spPr>
          <a:xfrm>
            <a:off x="323851" y="836712"/>
            <a:ext cx="8496299" cy="288032"/>
          </a:xfrm>
          <a:prstGeom prst="rect">
            <a:avLst/>
          </a:prstGeom>
        </p:spPr>
        <p:txBody>
          <a:bodyPr wrap="square" lIns="0" tIns="0" rIns="0" bIns="0"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 spc="-2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34" charset="0"/>
              <a:buChar char="v"/>
            </a:pP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전처리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파이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프라인 구성 </a:t>
            </a:r>
          </a:p>
        </p:txBody>
      </p:sp>
      <p:sp>
        <p:nvSpPr>
          <p:cNvPr id="44" name="사다리꼴 3">
            <a:extLst>
              <a:ext uri="{FF2B5EF4-FFF2-40B4-BE49-F238E27FC236}">
                <a16:creationId xmlns:a16="http://schemas.microsoft.com/office/drawing/2014/main" id="{8D6FE70D-C501-4891-887F-98BE51A7956E}"/>
              </a:ext>
            </a:extLst>
          </p:cNvPr>
          <p:cNvSpPr/>
          <p:nvPr/>
        </p:nvSpPr>
        <p:spPr>
          <a:xfrm>
            <a:off x="6370091" y="4268527"/>
            <a:ext cx="1797135" cy="709243"/>
          </a:xfrm>
          <a:prstGeom prst="trapezoid">
            <a:avLst>
              <a:gd name="adj" fmla="val 39765"/>
            </a:avLst>
          </a:prstGeom>
          <a:gradFill rotWithShape="1">
            <a:gsLst>
              <a:gs pos="0">
                <a:sysClr val="window" lastClr="FFFFFF">
                  <a:alpha val="0"/>
                </a:sysClr>
              </a:gs>
              <a:gs pos="93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endParaRPr lang="ko-KR" altLang="en-US" sz="886" kern="0">
              <a:solidFill>
                <a:prstClr val="black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5" name="모서리가 둥근 직사각형 389">
            <a:extLst>
              <a:ext uri="{FF2B5EF4-FFF2-40B4-BE49-F238E27FC236}">
                <a16:creationId xmlns:a16="http://schemas.microsoft.com/office/drawing/2014/main" id="{C3C0D405-497E-40B6-942D-8351C8511ABE}"/>
              </a:ext>
            </a:extLst>
          </p:cNvPr>
          <p:cNvSpPr/>
          <p:nvPr/>
        </p:nvSpPr>
        <p:spPr>
          <a:xfrm>
            <a:off x="6259477" y="1569380"/>
            <a:ext cx="1986122" cy="30425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8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직사각형 7">
            <a:extLst>
              <a:ext uri="{FF2B5EF4-FFF2-40B4-BE49-F238E27FC236}">
                <a16:creationId xmlns:a16="http://schemas.microsoft.com/office/drawing/2014/main" id="{1B3B9968-3FC2-449E-98A1-43F9471135F2}"/>
              </a:ext>
            </a:extLst>
          </p:cNvPr>
          <p:cNvSpPr/>
          <p:nvPr/>
        </p:nvSpPr>
        <p:spPr>
          <a:xfrm>
            <a:off x="6381485" y="1272904"/>
            <a:ext cx="1819132" cy="2616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latin typeface="Times New Roman"/>
                <a:ea typeface="맑은 고딕"/>
                <a:cs typeface="Times New Roman"/>
              </a:rPr>
              <a:t>Normalization</a:t>
            </a:r>
            <a:endParaRPr lang="en-US" sz="1100">
              <a:cs typeface="Arial"/>
            </a:endParaRP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6C1D8BF9-EF4D-48C8-BEE8-D2D249777E32}"/>
              </a:ext>
            </a:extLst>
          </p:cNvPr>
          <p:cNvSpPr/>
          <p:nvPr/>
        </p:nvSpPr>
        <p:spPr>
          <a:xfrm>
            <a:off x="6252495" y="4866483"/>
            <a:ext cx="2001084" cy="139747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68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모서리가 둥근 직사각형 192">
            <a:extLst>
              <a:ext uri="{FF2B5EF4-FFF2-40B4-BE49-F238E27FC236}">
                <a16:creationId xmlns:a16="http://schemas.microsoft.com/office/drawing/2014/main" id="{41DE5E6D-0754-4651-A166-B729BDCF2E16}"/>
              </a:ext>
            </a:extLst>
          </p:cNvPr>
          <p:cNvSpPr/>
          <p:nvPr/>
        </p:nvSpPr>
        <p:spPr>
          <a:xfrm>
            <a:off x="6434800" y="5044976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맑은 고딕"/>
                <a:cs typeface="Times New Roman"/>
              </a:rPr>
              <a:t>데이터셋</a:t>
            </a:r>
            <a:r>
              <a:rPr lang="en-US" altLang="ko-KR" sz="1050" b="1">
                <a:solidFill>
                  <a:schemeClr val="bg1"/>
                </a:solidFill>
                <a:latin typeface="맑은 고딕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맑은 고딕"/>
                <a:cs typeface="Times New Roman"/>
              </a:rPr>
              <a:t>구성</a:t>
            </a:r>
            <a:r>
              <a:rPr lang="en-US" altLang="ko-KR" sz="1050" b="1">
                <a:solidFill>
                  <a:schemeClr val="bg1"/>
                </a:solidFill>
                <a:latin typeface="맑은 고딕"/>
                <a:cs typeface="Times New Roman"/>
              </a:rPr>
              <a:t> </a:t>
            </a:r>
          </a:p>
        </p:txBody>
      </p:sp>
      <p:sp>
        <p:nvSpPr>
          <p:cNvPr id="49" name="직사각형 16">
            <a:extLst>
              <a:ext uri="{FF2B5EF4-FFF2-40B4-BE49-F238E27FC236}">
                <a16:creationId xmlns:a16="http://schemas.microsoft.com/office/drawing/2014/main" id="{9C17B032-12D5-465D-A42A-756D26257037}"/>
              </a:ext>
            </a:extLst>
          </p:cNvPr>
          <p:cNvSpPr/>
          <p:nvPr/>
        </p:nvSpPr>
        <p:spPr>
          <a:xfrm>
            <a:off x="6378475" y="6263962"/>
            <a:ext cx="1748125" cy="2462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그룹 55">
            <a:extLst>
              <a:ext uri="{FF2B5EF4-FFF2-40B4-BE49-F238E27FC236}">
                <a16:creationId xmlns:a16="http://schemas.microsoft.com/office/drawing/2014/main" id="{1B8CEC9B-06F0-4286-A763-35FBCC9AB77D}"/>
              </a:ext>
            </a:extLst>
          </p:cNvPr>
          <p:cNvGrpSpPr/>
          <p:nvPr/>
        </p:nvGrpSpPr>
        <p:grpSpPr>
          <a:xfrm>
            <a:off x="6782013" y="1944614"/>
            <a:ext cx="896330" cy="608461"/>
            <a:chOff x="6827971" y="1328592"/>
            <a:chExt cx="449712" cy="377450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2E739F8-8196-441B-98F6-94FBF90CAC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827971" y="1461356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4B9D2DBF-8EDE-4E0C-BC01-D7DAD18112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7068059" y="1450935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61FE0CC-3801-457E-82D7-3C4E2AF04D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962511" y="1328592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1" name="직사각형 82">
            <a:extLst>
              <a:ext uri="{FF2B5EF4-FFF2-40B4-BE49-F238E27FC236}">
                <a16:creationId xmlns:a16="http://schemas.microsoft.com/office/drawing/2014/main" id="{0C7F9DC1-CFE1-4358-B6AE-68EF9E0D7CB9}"/>
              </a:ext>
            </a:extLst>
          </p:cNvPr>
          <p:cNvSpPr/>
          <p:nvPr/>
        </p:nvSpPr>
        <p:spPr>
          <a:xfrm>
            <a:off x="6309326" y="2562473"/>
            <a:ext cx="1929456" cy="2154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latin typeface="Times New Roman"/>
                <a:cs typeface="Times New Roman"/>
              </a:rPr>
              <a:t>Train/ Validation Datasets</a:t>
            </a:r>
            <a:endParaRPr lang="en-US" altLang="ko-KR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모서리가 둥근 직사각형 192">
            <a:extLst>
              <a:ext uri="{FF2B5EF4-FFF2-40B4-BE49-F238E27FC236}">
                <a16:creationId xmlns:a16="http://schemas.microsoft.com/office/drawing/2014/main" id="{1ECF243A-A49E-47AD-8E45-B3DFAFF9ABD6}"/>
              </a:ext>
            </a:extLst>
          </p:cNvPr>
          <p:cNvSpPr/>
          <p:nvPr/>
        </p:nvSpPr>
        <p:spPr>
          <a:xfrm>
            <a:off x="6452584" y="3410751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>
                <a:solidFill>
                  <a:schemeClr val="bg1"/>
                </a:solidFill>
                <a:latin typeface="맑은 고딕"/>
                <a:ea typeface="맑은 고딕"/>
                <a:cs typeface="+mn-lt"/>
              </a:rPr>
              <a:t>Min-Max Scaling</a:t>
            </a:r>
            <a:endParaRPr lang="en-US" b="1">
              <a:solidFill>
                <a:schemeClr val="bg1"/>
              </a:solidFill>
              <a:cs typeface="Arial"/>
            </a:endParaRPr>
          </a:p>
        </p:txBody>
      </p:sp>
      <p:cxnSp>
        <p:nvCxnSpPr>
          <p:cNvPr id="53" name="AutoShape 84">
            <a:extLst>
              <a:ext uri="{FF2B5EF4-FFF2-40B4-BE49-F238E27FC236}">
                <a16:creationId xmlns:a16="http://schemas.microsoft.com/office/drawing/2014/main" id="{E7A09721-A4FB-4E68-826F-909EC28C262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275984" y="2876749"/>
            <a:ext cx="1948" cy="364794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  <p:sp>
        <p:nvSpPr>
          <p:cNvPr id="56" name="모서리가 둥근 직사각형 192">
            <a:extLst>
              <a:ext uri="{FF2B5EF4-FFF2-40B4-BE49-F238E27FC236}">
                <a16:creationId xmlns:a16="http://schemas.microsoft.com/office/drawing/2014/main" id="{CBB2A08D-7C64-4719-9810-0F53A5151A38}"/>
              </a:ext>
            </a:extLst>
          </p:cNvPr>
          <p:cNvSpPr/>
          <p:nvPr/>
        </p:nvSpPr>
        <p:spPr>
          <a:xfrm>
            <a:off x="6444325" y="5619110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학습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준비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완료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7" name="사다리꼴 3">
            <a:extLst>
              <a:ext uri="{FF2B5EF4-FFF2-40B4-BE49-F238E27FC236}">
                <a16:creationId xmlns:a16="http://schemas.microsoft.com/office/drawing/2014/main" id="{599FA921-6F84-4C44-BB76-DAAEAD8B341D}"/>
              </a:ext>
            </a:extLst>
          </p:cNvPr>
          <p:cNvSpPr/>
          <p:nvPr/>
        </p:nvSpPr>
        <p:spPr>
          <a:xfrm>
            <a:off x="974678" y="4268527"/>
            <a:ext cx="1797135" cy="709243"/>
          </a:xfrm>
          <a:prstGeom prst="trapezoid">
            <a:avLst>
              <a:gd name="adj" fmla="val 39765"/>
            </a:avLst>
          </a:prstGeom>
          <a:gradFill rotWithShape="1">
            <a:gsLst>
              <a:gs pos="0">
                <a:sysClr val="window" lastClr="FFFFFF">
                  <a:alpha val="0"/>
                </a:sysClr>
              </a:gs>
              <a:gs pos="93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endParaRPr lang="ko-KR" altLang="en-US" sz="886" kern="0">
              <a:solidFill>
                <a:prstClr val="black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8" name="모서리가 둥근 직사각형 389">
            <a:extLst>
              <a:ext uri="{FF2B5EF4-FFF2-40B4-BE49-F238E27FC236}">
                <a16:creationId xmlns:a16="http://schemas.microsoft.com/office/drawing/2014/main" id="{EE2AEEA4-C4CE-46A0-93E6-76C03BC48B14}"/>
              </a:ext>
            </a:extLst>
          </p:cNvPr>
          <p:cNvSpPr/>
          <p:nvPr/>
        </p:nvSpPr>
        <p:spPr>
          <a:xfrm>
            <a:off x="864064" y="1569380"/>
            <a:ext cx="1986122" cy="30425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8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직사각형 7">
            <a:extLst>
              <a:ext uri="{FF2B5EF4-FFF2-40B4-BE49-F238E27FC236}">
                <a16:creationId xmlns:a16="http://schemas.microsoft.com/office/drawing/2014/main" id="{CDC562BC-EB9C-41F0-9392-0217FD2F9ED7}"/>
              </a:ext>
            </a:extLst>
          </p:cNvPr>
          <p:cNvSpPr/>
          <p:nvPr/>
        </p:nvSpPr>
        <p:spPr>
          <a:xfrm>
            <a:off x="1080535" y="1272904"/>
            <a:ext cx="1545191" cy="2616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b="1">
                <a:latin typeface="Times New Roman"/>
                <a:cs typeface="Times New Roman"/>
              </a:rPr>
              <a:t>Data </a:t>
            </a:r>
            <a:r>
              <a:rPr lang="en-US" altLang="ko-KR" sz="1100" b="1">
                <a:latin typeface="Times New Roman"/>
                <a:ea typeface="맑은 고딕"/>
                <a:cs typeface="Times New Roman"/>
              </a:rPr>
              <a:t>Preprocessing</a:t>
            </a:r>
          </a:p>
        </p:txBody>
      </p:sp>
      <p:sp>
        <p:nvSpPr>
          <p:cNvPr id="60" name="모서리가 둥근 직사각형 61">
            <a:extLst>
              <a:ext uri="{FF2B5EF4-FFF2-40B4-BE49-F238E27FC236}">
                <a16:creationId xmlns:a16="http://schemas.microsoft.com/office/drawing/2014/main" id="{797326A1-F78B-4EA7-9419-733CBA521C56}"/>
              </a:ext>
            </a:extLst>
          </p:cNvPr>
          <p:cNvSpPr/>
          <p:nvPr/>
        </p:nvSpPr>
        <p:spPr>
          <a:xfrm>
            <a:off x="857082" y="4866483"/>
            <a:ext cx="2001084" cy="98555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68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16">
            <a:extLst>
              <a:ext uri="{FF2B5EF4-FFF2-40B4-BE49-F238E27FC236}">
                <a16:creationId xmlns:a16="http://schemas.microsoft.com/office/drawing/2014/main" id="{C0CC48AA-3D63-4F3A-A9F0-F1DC87436287}"/>
              </a:ext>
            </a:extLst>
          </p:cNvPr>
          <p:cNvSpPr/>
          <p:nvPr/>
        </p:nvSpPr>
        <p:spPr>
          <a:xfrm>
            <a:off x="959929" y="5888350"/>
            <a:ext cx="1748125" cy="2462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모서리가 둥근 직사각형 192">
            <a:extLst>
              <a:ext uri="{FF2B5EF4-FFF2-40B4-BE49-F238E27FC236}">
                <a16:creationId xmlns:a16="http://schemas.microsoft.com/office/drawing/2014/main" id="{67955206-BE6D-40D1-BEA5-EC4D463CBC10}"/>
              </a:ext>
            </a:extLst>
          </p:cNvPr>
          <p:cNvSpPr/>
          <p:nvPr/>
        </p:nvSpPr>
        <p:spPr>
          <a:xfrm>
            <a:off x="1035561" y="2821198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목표값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변환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4" name="모서리가 둥근 직사각형 192">
            <a:extLst>
              <a:ext uri="{FF2B5EF4-FFF2-40B4-BE49-F238E27FC236}">
                <a16:creationId xmlns:a16="http://schemas.microsoft.com/office/drawing/2014/main" id="{947250BB-468F-445B-AD4D-B60A63B785C2}"/>
              </a:ext>
            </a:extLst>
          </p:cNvPr>
          <p:cNvSpPr/>
          <p:nvPr/>
        </p:nvSpPr>
        <p:spPr>
          <a:xfrm>
            <a:off x="1033992" y="3700855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변수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제거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68" name="그룹 55">
            <a:extLst>
              <a:ext uri="{FF2B5EF4-FFF2-40B4-BE49-F238E27FC236}">
                <a16:creationId xmlns:a16="http://schemas.microsoft.com/office/drawing/2014/main" id="{0BCF3FA2-4679-443E-A0B3-853C264F0222}"/>
              </a:ext>
            </a:extLst>
          </p:cNvPr>
          <p:cNvGrpSpPr/>
          <p:nvPr/>
        </p:nvGrpSpPr>
        <p:grpSpPr>
          <a:xfrm>
            <a:off x="1376051" y="4957710"/>
            <a:ext cx="896330" cy="608461"/>
            <a:chOff x="1379079" y="4674392"/>
            <a:chExt cx="449712" cy="377450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59B8D76-8FD2-41E4-923B-51F7027D7C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379079" y="4807156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7118697-3706-4F31-8B2B-3328159120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619167" y="4796735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45F2EBD-4613-4CE4-9F05-5CE6CA40F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513619" y="4674392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9" name="직사각형 82">
            <a:extLst>
              <a:ext uri="{FF2B5EF4-FFF2-40B4-BE49-F238E27FC236}">
                <a16:creationId xmlns:a16="http://schemas.microsoft.com/office/drawing/2014/main" id="{3540F490-5AEF-49EB-939E-74B15C723D7D}"/>
              </a:ext>
            </a:extLst>
          </p:cNvPr>
          <p:cNvSpPr/>
          <p:nvPr/>
        </p:nvSpPr>
        <p:spPr>
          <a:xfrm>
            <a:off x="903364" y="5641693"/>
            <a:ext cx="1929456" cy="2154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latin typeface="Times New Roman"/>
                <a:cs typeface="Times New Roman"/>
              </a:rPr>
              <a:t>Data Munging</a:t>
            </a:r>
            <a:endParaRPr lang="en-US" altLang="ko-KR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사다리꼴 3">
            <a:extLst>
              <a:ext uri="{FF2B5EF4-FFF2-40B4-BE49-F238E27FC236}">
                <a16:creationId xmlns:a16="http://schemas.microsoft.com/office/drawing/2014/main" id="{ECE3CB5B-9D7A-4CA0-986D-072B1AEDCBB3}"/>
              </a:ext>
            </a:extLst>
          </p:cNvPr>
          <p:cNvSpPr/>
          <p:nvPr/>
        </p:nvSpPr>
        <p:spPr>
          <a:xfrm>
            <a:off x="3674055" y="4280022"/>
            <a:ext cx="1797135" cy="709243"/>
          </a:xfrm>
          <a:prstGeom prst="trapezoid">
            <a:avLst>
              <a:gd name="adj" fmla="val 39765"/>
            </a:avLst>
          </a:prstGeom>
          <a:gradFill rotWithShape="1">
            <a:gsLst>
              <a:gs pos="0">
                <a:sysClr val="window" lastClr="FFFFFF">
                  <a:alpha val="0"/>
                </a:sysClr>
              </a:gs>
              <a:gs pos="93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latinLnBrk="0">
              <a:defRPr/>
            </a:pPr>
            <a:endParaRPr lang="ko-KR" altLang="en-US" sz="886" kern="0">
              <a:solidFill>
                <a:prstClr val="black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1" name="모서리가 둥근 직사각형 389">
            <a:extLst>
              <a:ext uri="{FF2B5EF4-FFF2-40B4-BE49-F238E27FC236}">
                <a16:creationId xmlns:a16="http://schemas.microsoft.com/office/drawing/2014/main" id="{E7178624-6521-45B5-AE75-A70F51F47CB5}"/>
              </a:ext>
            </a:extLst>
          </p:cNvPr>
          <p:cNvSpPr/>
          <p:nvPr/>
        </p:nvSpPr>
        <p:spPr>
          <a:xfrm>
            <a:off x="3563441" y="1580876"/>
            <a:ext cx="1986122" cy="3042538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88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">
            <a:extLst>
              <a:ext uri="{FF2B5EF4-FFF2-40B4-BE49-F238E27FC236}">
                <a16:creationId xmlns:a16="http://schemas.microsoft.com/office/drawing/2014/main" id="{BBDFB7BA-7131-4014-A48E-BDEFE620D90E}"/>
              </a:ext>
            </a:extLst>
          </p:cNvPr>
          <p:cNvSpPr/>
          <p:nvPr/>
        </p:nvSpPr>
        <p:spPr>
          <a:xfrm>
            <a:off x="3676003" y="1274954"/>
            <a:ext cx="1819132" cy="2616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latin typeface="Times New Roman"/>
                <a:cs typeface="Times New Roman"/>
              </a:rPr>
              <a:t>Vectorization</a:t>
            </a:r>
          </a:p>
        </p:txBody>
      </p:sp>
      <p:sp>
        <p:nvSpPr>
          <p:cNvPr id="73" name="모서리가 둥근 직사각형 61">
            <a:extLst>
              <a:ext uri="{FF2B5EF4-FFF2-40B4-BE49-F238E27FC236}">
                <a16:creationId xmlns:a16="http://schemas.microsoft.com/office/drawing/2014/main" id="{5CAC5D3D-C9FF-4637-B2A8-143E925A87B2}"/>
              </a:ext>
            </a:extLst>
          </p:cNvPr>
          <p:cNvSpPr/>
          <p:nvPr/>
        </p:nvSpPr>
        <p:spPr>
          <a:xfrm>
            <a:off x="3556459" y="4877979"/>
            <a:ext cx="2001084" cy="139747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68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모서리가 둥근 직사각형 192">
            <a:extLst>
              <a:ext uri="{FF2B5EF4-FFF2-40B4-BE49-F238E27FC236}">
                <a16:creationId xmlns:a16="http://schemas.microsoft.com/office/drawing/2014/main" id="{D59A35C4-F17B-496C-B012-6D36163F95DD}"/>
              </a:ext>
            </a:extLst>
          </p:cNvPr>
          <p:cNvSpPr/>
          <p:nvPr/>
        </p:nvSpPr>
        <p:spPr>
          <a:xfrm>
            <a:off x="3738764" y="5056471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학습용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데이터셋</a:t>
            </a:r>
            <a:endParaRPr lang="en-US" altLang="ko-KR" sz="1050" b="1" err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5" name="직사각형 16">
            <a:extLst>
              <a:ext uri="{FF2B5EF4-FFF2-40B4-BE49-F238E27FC236}">
                <a16:creationId xmlns:a16="http://schemas.microsoft.com/office/drawing/2014/main" id="{D719CF5A-EA23-49ED-920B-51D6B958DBC5}"/>
              </a:ext>
            </a:extLst>
          </p:cNvPr>
          <p:cNvSpPr/>
          <p:nvPr/>
        </p:nvSpPr>
        <p:spPr>
          <a:xfrm>
            <a:off x="3682439" y="6275458"/>
            <a:ext cx="1748125" cy="24622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ko-KR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그룹 55">
            <a:extLst>
              <a:ext uri="{FF2B5EF4-FFF2-40B4-BE49-F238E27FC236}">
                <a16:creationId xmlns:a16="http://schemas.microsoft.com/office/drawing/2014/main" id="{68A5879E-B6D3-4E2B-81B1-B0A6D78E1C58}"/>
              </a:ext>
            </a:extLst>
          </p:cNvPr>
          <p:cNvGrpSpPr/>
          <p:nvPr/>
        </p:nvGrpSpPr>
        <p:grpSpPr>
          <a:xfrm>
            <a:off x="4128907" y="1623406"/>
            <a:ext cx="896330" cy="608461"/>
            <a:chOff x="4131935" y="1340088"/>
            <a:chExt cx="449712" cy="377450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904FFE8-154B-4300-A89F-A0D5E5CA1E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131935" y="1472852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3D26BA0-0880-4E31-BF97-170E5A324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372023" y="1462431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69653FD-0EAB-44D4-AA09-D84AA79B22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266475" y="1340088"/>
              <a:ext cx="209624" cy="2446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7" name="직사각형 82">
            <a:extLst>
              <a:ext uri="{FF2B5EF4-FFF2-40B4-BE49-F238E27FC236}">
                <a16:creationId xmlns:a16="http://schemas.microsoft.com/office/drawing/2014/main" id="{FD23BCEA-E269-4D13-9392-855C232D3597}"/>
              </a:ext>
            </a:extLst>
          </p:cNvPr>
          <p:cNvSpPr/>
          <p:nvPr/>
        </p:nvSpPr>
        <p:spPr>
          <a:xfrm>
            <a:off x="3656220" y="2241265"/>
            <a:ext cx="1929456" cy="2154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>
                <a:latin typeface="Times New Roman"/>
                <a:cs typeface="Times New Roman"/>
              </a:rPr>
              <a:t>Munging Datasets</a:t>
            </a:r>
            <a:endParaRPr lang="en-US"/>
          </a:p>
        </p:txBody>
      </p:sp>
      <p:sp>
        <p:nvSpPr>
          <p:cNvPr id="78" name="모서리가 둥근 직사각형 192">
            <a:extLst>
              <a:ext uri="{FF2B5EF4-FFF2-40B4-BE49-F238E27FC236}">
                <a16:creationId xmlns:a16="http://schemas.microsoft.com/office/drawing/2014/main" id="{6CDCFEBB-C7A5-425C-B460-48F757EC79E3}"/>
              </a:ext>
            </a:extLst>
          </p:cNvPr>
          <p:cNvSpPr/>
          <p:nvPr/>
        </p:nvSpPr>
        <p:spPr>
          <a:xfrm>
            <a:off x="3756548" y="2662997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라벨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인코딩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79" name="AutoShape 84">
            <a:extLst>
              <a:ext uri="{FF2B5EF4-FFF2-40B4-BE49-F238E27FC236}">
                <a16:creationId xmlns:a16="http://schemas.microsoft.com/office/drawing/2014/main" id="{4DDB5BA1-AE8A-46D4-A83A-98532C4A37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52920" y="3338976"/>
            <a:ext cx="1948" cy="329806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  <p:sp>
        <p:nvSpPr>
          <p:cNvPr id="81" name="모서리가 둥근 직사각형 192">
            <a:extLst>
              <a:ext uri="{FF2B5EF4-FFF2-40B4-BE49-F238E27FC236}">
                <a16:creationId xmlns:a16="http://schemas.microsoft.com/office/drawing/2014/main" id="{3466EF89-1407-454A-8570-258A19D47BF5}"/>
              </a:ext>
            </a:extLst>
          </p:cNvPr>
          <p:cNvSpPr/>
          <p:nvPr/>
        </p:nvSpPr>
        <p:spPr>
          <a:xfrm>
            <a:off x="3762098" y="3351843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가변수화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2" name="모서리가 둥근 직사각형 192">
            <a:extLst>
              <a:ext uri="{FF2B5EF4-FFF2-40B4-BE49-F238E27FC236}">
                <a16:creationId xmlns:a16="http://schemas.microsoft.com/office/drawing/2014/main" id="{5F9805DA-44EE-408C-91D1-CBFFEAD0D2A6}"/>
              </a:ext>
            </a:extLst>
          </p:cNvPr>
          <p:cNvSpPr/>
          <p:nvPr/>
        </p:nvSpPr>
        <p:spPr>
          <a:xfrm>
            <a:off x="3748289" y="5630606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검증용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데이터셋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/>
            </a:endParaRPr>
          </a:p>
        </p:txBody>
      </p:sp>
      <p:cxnSp>
        <p:nvCxnSpPr>
          <p:cNvPr id="83" name="AutoShape 84">
            <a:extLst>
              <a:ext uri="{FF2B5EF4-FFF2-40B4-BE49-F238E27FC236}">
                <a16:creationId xmlns:a16="http://schemas.microsoft.com/office/drawing/2014/main" id="{6790FF46-217A-45F6-8427-4D890B27F6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56020" y="2092142"/>
            <a:ext cx="1033810" cy="3359983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round/>
            <a:headEnd/>
            <a:tailEnd type="triangle" w="med" len="med"/>
          </a:ln>
        </p:spPr>
      </p:cxnSp>
      <p:sp>
        <p:nvSpPr>
          <p:cNvPr id="84" name="모서리가 둥근 직사각형 192">
            <a:extLst>
              <a:ext uri="{FF2B5EF4-FFF2-40B4-BE49-F238E27FC236}">
                <a16:creationId xmlns:a16="http://schemas.microsoft.com/office/drawing/2014/main" id="{91859AE7-5475-4AB0-A70E-363886AAA8D3}"/>
              </a:ext>
            </a:extLst>
          </p:cNvPr>
          <p:cNvSpPr/>
          <p:nvPr/>
        </p:nvSpPr>
        <p:spPr>
          <a:xfrm>
            <a:off x="1043759" y="1960434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결측값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처리</a:t>
            </a:r>
            <a:endParaRPr lang="en-US" altLang="ko-KR" sz="1050" b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모서리가 둥근 직사각형 192">
            <a:extLst>
              <a:ext uri="{FF2B5EF4-FFF2-40B4-BE49-F238E27FC236}">
                <a16:creationId xmlns:a16="http://schemas.microsoft.com/office/drawing/2014/main" id="{2A0BE7A7-68D6-053E-0DD1-B0A5935D7350}"/>
              </a:ext>
            </a:extLst>
          </p:cNvPr>
          <p:cNvSpPr/>
          <p:nvPr/>
        </p:nvSpPr>
        <p:spPr>
          <a:xfrm>
            <a:off x="3772804" y="4038490"/>
            <a:ext cx="1648665" cy="477200"/>
          </a:xfrm>
          <a:prstGeom prst="round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데이터</a:t>
            </a:r>
            <a:r>
              <a:rPr lang="en-US" altLang="ko-KR" sz="1050" b="1">
                <a:solidFill>
                  <a:schemeClr val="bg1"/>
                </a:solidFill>
                <a:latin typeface="+mn-ea"/>
                <a:cs typeface="Times New Roman"/>
              </a:rPr>
              <a:t> </a:t>
            </a:r>
            <a:r>
              <a:rPr lang="en-US" altLang="ko-KR" sz="1050" b="1" err="1">
                <a:solidFill>
                  <a:schemeClr val="bg1"/>
                </a:solidFill>
                <a:latin typeface="+mn-ea"/>
                <a:cs typeface="Times New Roman"/>
              </a:rPr>
              <a:t>분리</a:t>
            </a:r>
            <a:endParaRPr lang="en-US" altLang="ko-KR" sz="1050" b="1" err="1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cxnSp>
        <p:nvCxnSpPr>
          <p:cNvPr id="9" name="AutoShape 84">
            <a:extLst>
              <a:ext uri="{FF2B5EF4-FFF2-40B4-BE49-F238E27FC236}">
                <a16:creationId xmlns:a16="http://schemas.microsoft.com/office/drawing/2014/main" id="{2812C746-E61F-2231-63EF-46D8367F331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51526" y="2445034"/>
            <a:ext cx="1042906" cy="3164721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round/>
            <a:headEnd/>
            <a:tailEnd type="triangle" w="med" len="med"/>
          </a:ln>
        </p:spPr>
      </p:cxnSp>
      <p:cxnSp>
        <p:nvCxnSpPr>
          <p:cNvPr id="3" name="AutoShape 84">
            <a:extLst>
              <a:ext uri="{FF2B5EF4-FFF2-40B4-BE49-F238E27FC236}">
                <a16:creationId xmlns:a16="http://schemas.microsoft.com/office/drawing/2014/main" id="{A085B9AD-11E4-5A1B-28D3-2A965570D06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69827" y="2547406"/>
            <a:ext cx="232625" cy="157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7" name="AutoShape 84">
            <a:extLst>
              <a:ext uri="{FF2B5EF4-FFF2-40B4-BE49-F238E27FC236}">
                <a16:creationId xmlns:a16="http://schemas.microsoft.com/office/drawing/2014/main" id="{858E5B7F-4C4E-A166-A05D-95E7C8B0FE1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45569" y="2456918"/>
            <a:ext cx="1948" cy="329806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10" name="AutoShape 84">
            <a:extLst>
              <a:ext uri="{FF2B5EF4-FFF2-40B4-BE49-F238E27FC236}">
                <a16:creationId xmlns:a16="http://schemas.microsoft.com/office/drawing/2014/main" id="{1AC3553A-6A98-3248-9B55-7F8BEB863A2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62476" y="3253052"/>
            <a:ext cx="232625" cy="157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  <p:cxnSp>
        <p:nvCxnSpPr>
          <p:cNvPr id="11" name="AutoShape 84">
            <a:extLst>
              <a:ext uri="{FF2B5EF4-FFF2-40B4-BE49-F238E27FC236}">
                <a16:creationId xmlns:a16="http://schemas.microsoft.com/office/drawing/2014/main" id="{84194CDE-DDA0-F7AD-5B22-C36FCB7DD9E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462477" y="3929296"/>
            <a:ext cx="232625" cy="1570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4D4D4D"/>
            </a:solidFill>
            <a:prstDash val="sysDot"/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72179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AC855-574E-61E6-CC82-B57FA299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81C108-05C7-E7C0-22E5-636E399BA1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Model 1: </a:t>
            </a:r>
            <a:r>
              <a:rPr 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기본</a:t>
            </a: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Dense </a:t>
            </a:r>
            <a:r>
              <a:rPr lang="ko-KR" alt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</a:t>
            </a:r>
            <a:endParaRPr lang="en-US" altLang="ko-KR" sz="160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Dense Layer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기반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기본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구조</a:t>
            </a:r>
            <a:r>
              <a:rPr 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ReLU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활성화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함수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적용</a:t>
            </a:r>
            <a:r>
              <a:rPr 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endParaRPr lang="en-US" altLang="ko-KR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en-US" altLang="ko-KR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Model 2: Layer </a:t>
            </a:r>
            <a:r>
              <a:rPr 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추가</a:t>
            </a: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</a:t>
            </a:r>
            <a:endParaRPr lang="en-US" sz="160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ko-KR" altLang="en-US" sz="1400" b="0">
                <a:solidFill>
                  <a:srgbClr val="1C1C1C"/>
                </a:solidFill>
                <a:latin typeface="Times New Roman"/>
                <a:cs typeface="Times New Roman"/>
              </a:rPr>
              <a:t>은닉층 추가로 복잡한 패턴 학습</a:t>
            </a:r>
            <a:endParaRPr lang="en-US" b="0">
              <a:solidFill>
                <a:srgbClr val="1C1C1C"/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ko-KR" altLang="en-US" sz="1400" b="0">
              <a:solidFill>
                <a:srgbClr val="3A3A3A"/>
              </a:solidFill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Model 3: Dropout </a:t>
            </a:r>
            <a:r>
              <a:rPr 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적용</a:t>
            </a: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</a:t>
            </a:r>
            <a:endParaRPr lang="en-US" sz="160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ko-KR" alt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Dropout으로 과적합 방지</a:t>
            </a:r>
            <a:endParaRPr lang="en-US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ko-KR" altLang="en-US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Model 4: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ko-KR" alt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최종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ko-KR" alt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개선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ko-KR" altLang="en-US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</a:t>
            </a:r>
            <a:endParaRPr lang="ko-KR" altLang="en-US" sz="160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ko-KR" alt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Batch Normalization, Dropout 적용</a:t>
            </a:r>
            <a:endParaRPr lang="en-US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r>
              <a:rPr lang="ko-KR" altLang="en-US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Early Stopping, Learning Rate 조절 적용</a:t>
            </a:r>
            <a:endParaRPr lang="en-US" sz="14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en-US" altLang="ko-KR" sz="1200" b="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3BE78D6-0124-9514-513E-31F2E12485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04 </a:t>
            </a:r>
            <a:r>
              <a:rPr lang="en-US" altLang="ko-KR" err="1">
                <a:latin typeface="+mj-ea"/>
              </a:rPr>
              <a:t>모델링</a:t>
            </a:r>
            <a:r>
              <a:rPr lang="en-US" altLang="ko-KR">
                <a:latin typeface="+mj-ea"/>
              </a:rPr>
              <a:t> - </a:t>
            </a:r>
            <a:r>
              <a:rPr lang="en-US" altLang="ko-KR" err="1">
                <a:latin typeface="+mj-ea"/>
              </a:rPr>
              <a:t>딥러닝</a:t>
            </a:r>
            <a:r>
              <a:rPr lang="ko-KR" altLang="en-US">
                <a:latin typeface="+mj-ea"/>
              </a:rPr>
              <a:t> </a:t>
            </a:r>
            <a:endParaRPr lang="ko-KR" altLang="en-US" b="1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74D465-7E00-A714-994D-3843393A6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[7/10]</a:t>
            </a:r>
            <a:endParaRPr lang="en-US" altLang="ko-KR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8E48227B-1155-D417-A33C-060C56ED9029}"/>
              </a:ext>
            </a:extLst>
          </p:cNvPr>
          <p:cNvSpPr txBox="1">
            <a:spLocks/>
          </p:cNvSpPr>
          <p:nvPr/>
        </p:nvSpPr>
        <p:spPr>
          <a:xfrm>
            <a:off x="323851" y="836712"/>
            <a:ext cx="8496299" cy="288032"/>
          </a:xfrm>
          <a:prstGeom prst="rect">
            <a:avLst/>
          </a:prstGeom>
        </p:spPr>
        <p:txBody>
          <a:bodyPr wrap="square" lIns="0" tIns="0" rIns="0" bIns="0"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 spc="-2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/>
              <a:buChar char="v"/>
            </a:pPr>
            <a:r>
              <a:rPr 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4</a:t>
            </a:r>
            <a:r>
              <a:rPr lang="ko-KR" altLang="en-US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개 딥러닝 모델 비교를 통한 최적 모델 선정</a:t>
            </a:r>
            <a:endParaRPr lang="en-US" altLang="ko-KR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655425D-7251-47AA-856B-D8D2E63BC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285321"/>
              </p:ext>
            </p:extLst>
          </p:nvPr>
        </p:nvGraphicFramePr>
        <p:xfrm>
          <a:off x="4544627" y="1716399"/>
          <a:ext cx="4282226" cy="2948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B5E2BC6-BE25-B01A-294E-FB9C40B3A81F}"/>
              </a:ext>
            </a:extLst>
          </p:cNvPr>
          <p:cNvSpPr txBox="1"/>
          <p:nvPr/>
        </p:nvSpPr>
        <p:spPr>
          <a:xfrm>
            <a:off x="5586725" y="4666288"/>
            <a:ext cx="253722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cs typeface="Arial"/>
              </a:rPr>
              <a:t>Fig7.  상황별 모델의 예측 성능 결과</a:t>
            </a:r>
          </a:p>
        </p:txBody>
      </p:sp>
    </p:spTree>
    <p:extLst>
      <p:ext uri="{BB962C8B-B14F-4D97-AF65-F5344CB8AC3E}">
        <p14:creationId xmlns:p14="http://schemas.microsoft.com/office/powerpoint/2010/main" val="192945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783-6898-6C9C-5861-08C68C24B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299F61-7FA3-BF83-85FE-E417A2502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3849" y="1270254"/>
            <a:ext cx="8496299" cy="5264501"/>
          </a:xfrm>
        </p:spPr>
        <p:txBody>
          <a:bodyPr lIns="91440" tIns="45720" rIns="91440" bIns="45720" anchor="t"/>
          <a:lstStyle/>
          <a:p>
            <a:pPr>
              <a:buFont typeface="Wingdings" pitchFamily="34" charset="0"/>
            </a:pP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기본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재학습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추가학습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파인튜닝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성능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ko-KR" sz="160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비교</a:t>
            </a:r>
            <a:r>
              <a:rPr lang="en-US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ko-KR" altLang="ko-KR" sz="16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표</a:t>
            </a:r>
            <a:endParaRPr lang="en-US" altLang="ko-KR" sz="1200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  <a:p>
            <a:pPr lvl="1">
              <a:buFont typeface="Courier New" pitchFamily="34" charset="0"/>
              <a:buChar char="o"/>
            </a:pP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이전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,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재학습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,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추가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학습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및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파인튜닝을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진행한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모델의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정확도는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 모두0.9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이상을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기록</a:t>
            </a:r>
            <a:endParaRPr lang="en-US" altLang="ko-KR" sz="1400" b="0">
              <a:solidFill>
                <a:schemeClr val="tx1">
                  <a:lumMod val="50000"/>
                </a:schemeClr>
              </a:solidFill>
            </a:endParaRPr>
          </a:p>
          <a:p>
            <a:pPr lvl="1">
              <a:buFont typeface="Courier New" pitchFamily="34" charset="0"/>
              <a:buChar char="o"/>
            </a:pP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가장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정확도가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높은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모델은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0. 95의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정확도를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기록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했으며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, 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EarlyStopping과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br>
              <a:rPr lang="en-US" sz="1400" b="0"/>
            </a:b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ReduseLROnPlateau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튜닝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방법을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추가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 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하여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학습의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효율을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극대화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하고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과적합을</a:t>
            </a:r>
            <a:r>
              <a:rPr lang="en-US" altLang="ko-KR" sz="1400" b="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sz="1400" b="0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방지</a:t>
            </a:r>
            <a:r>
              <a:rPr lang="en-US" altLang="ko-KR" sz="1400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endParaRPr lang="en-US" altLang="ko-KR" sz="140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ko-KR" sz="16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4FB598-9C3C-EAF0-F93E-8CDC27D91C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>
                <a:latin typeface="+mj-ea"/>
              </a:rPr>
              <a:t>04 </a:t>
            </a:r>
            <a:r>
              <a:rPr lang="en-US" altLang="ko-KR" err="1">
                <a:latin typeface="+mj-ea"/>
              </a:rPr>
              <a:t>모델링</a:t>
            </a:r>
            <a:r>
              <a:rPr lang="en-US" altLang="ko-KR">
                <a:latin typeface="+mj-ea"/>
              </a:rPr>
              <a:t> - 딥러닝</a:t>
            </a:r>
            <a:endParaRPr lang="en-US" altLang="ko-KR" b="1">
              <a:latin typeface="+mj-ea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76BA5A-1448-FC3B-C578-0D2D39BEB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[8/10]</a:t>
            </a:r>
            <a:endParaRPr lang="en-US" altLang="ko-KR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9188729-7E9F-86D4-0871-227BBFC1686D}"/>
              </a:ext>
            </a:extLst>
          </p:cNvPr>
          <p:cNvSpPr txBox="1">
            <a:spLocks/>
          </p:cNvSpPr>
          <p:nvPr/>
        </p:nvSpPr>
        <p:spPr>
          <a:xfrm>
            <a:off x="323851" y="836712"/>
            <a:ext cx="8496299" cy="288032"/>
          </a:xfrm>
          <a:prstGeom prst="rect">
            <a:avLst/>
          </a:prstGeom>
        </p:spPr>
        <p:txBody>
          <a:bodyPr wrap="square" lIns="0" tIns="0" rIns="0" bIns="0"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 spc="-2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itchFamily="34" charset="0"/>
              <a:buChar char="v"/>
            </a:pP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성능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개선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과정</a:t>
            </a:r>
            <a:endParaRPr lang="ko-KR" altLang="en-US" err="1">
              <a:solidFill>
                <a:schemeClr val="tx1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363170-34DB-AD98-3F9F-5E411988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68953"/>
              </p:ext>
            </p:extLst>
          </p:nvPr>
        </p:nvGraphicFramePr>
        <p:xfrm>
          <a:off x="93692" y="3269195"/>
          <a:ext cx="5135485" cy="2367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097">
                  <a:extLst>
                    <a:ext uri="{9D8B030D-6E8A-4147-A177-3AD203B41FA5}">
                      <a16:colId xmlns:a16="http://schemas.microsoft.com/office/drawing/2014/main" val="4288099880"/>
                    </a:ext>
                  </a:extLst>
                </a:gridCol>
                <a:gridCol w="1027097">
                  <a:extLst>
                    <a:ext uri="{9D8B030D-6E8A-4147-A177-3AD203B41FA5}">
                      <a16:colId xmlns:a16="http://schemas.microsoft.com/office/drawing/2014/main" val="1505629143"/>
                    </a:ext>
                  </a:extLst>
                </a:gridCol>
                <a:gridCol w="1027097">
                  <a:extLst>
                    <a:ext uri="{9D8B030D-6E8A-4147-A177-3AD203B41FA5}">
                      <a16:colId xmlns:a16="http://schemas.microsoft.com/office/drawing/2014/main" val="2596331620"/>
                    </a:ext>
                  </a:extLst>
                </a:gridCol>
                <a:gridCol w="1027097">
                  <a:extLst>
                    <a:ext uri="{9D8B030D-6E8A-4147-A177-3AD203B41FA5}">
                      <a16:colId xmlns:a16="http://schemas.microsoft.com/office/drawing/2014/main" val="26386681"/>
                    </a:ext>
                  </a:extLst>
                </a:gridCol>
                <a:gridCol w="1027097">
                  <a:extLst>
                    <a:ext uri="{9D8B030D-6E8A-4147-A177-3AD203B41FA5}">
                      <a16:colId xmlns:a16="http://schemas.microsoft.com/office/drawing/2014/main" val="157141987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-</a:t>
                      </a:r>
                    </a:p>
                  </a:txBody>
                  <a:tcPr anchor="ctr">
                    <a:solidFill>
                      <a:srgbClr val="1E468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err="1"/>
                        <a:t>Precison</a:t>
                      </a:r>
                    </a:p>
                  </a:txBody>
                  <a:tcPr anchor="ctr">
                    <a:solidFill>
                      <a:srgbClr val="1E46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F1 –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769617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Neutral or Dissatisfied</a:t>
                      </a:r>
                    </a:p>
                  </a:txBody>
                  <a:tcPr anchor="ctr">
                    <a:solidFill>
                      <a:srgbClr val="1F4789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191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05746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Satisfied</a:t>
                      </a:r>
                    </a:p>
                  </a:txBody>
                  <a:tcPr anchor="ctr">
                    <a:solidFill>
                      <a:srgbClr val="1F4789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159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4413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lang="en-US"/>
                    </a:p>
                  </a:txBody>
                  <a:tcPr anchor="ctr">
                    <a:solidFill>
                      <a:srgbClr val="1F478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1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86206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Macro avg</a:t>
                      </a:r>
                      <a:endParaRPr lang="en-US" sz="1200" b="0" i="0" u="none" strike="noStrike" noProof="0">
                        <a:solidFill>
                          <a:srgbClr val="3A3A3A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1F4789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 i="0" u="none" strike="noStrike" noProof="0">
                        <a:solidFill>
                          <a:srgbClr val="3A3A3A"/>
                        </a:solidFill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65297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Weighted avg</a:t>
                      </a:r>
                    </a:p>
                  </a:txBody>
                  <a:tcPr anchor="ctr">
                    <a:solidFill>
                      <a:srgbClr val="1F4789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3A3A3A"/>
                          </a:solidFill>
                          <a:latin typeface="Arial"/>
                          <a:cs typeface="Arial"/>
                        </a:rPr>
                        <a:t>0.94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sz="1200" b="1"/>
                        <a:t>350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1599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DDF89DE-726A-75E5-4174-45D7A029834A}"/>
              </a:ext>
            </a:extLst>
          </p:cNvPr>
          <p:cNvSpPr txBox="1"/>
          <p:nvPr/>
        </p:nvSpPr>
        <p:spPr>
          <a:xfrm>
            <a:off x="1497103" y="5632162"/>
            <a:ext cx="253722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cs typeface="Arial"/>
              </a:rPr>
              <a:t>Table.1 미세조정 모델의 예측 성능 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04A866-7E01-98C1-B315-6B547B523E03}"/>
              </a:ext>
            </a:extLst>
          </p:cNvPr>
          <p:cNvSpPr txBox="1"/>
          <p:nvPr/>
        </p:nvSpPr>
        <p:spPr>
          <a:xfrm>
            <a:off x="5973091" y="5879049"/>
            <a:ext cx="253722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cs typeface="Arial"/>
              </a:rPr>
              <a:t>Fig8.  상황별 모델의 예측 성능 결과</a:t>
            </a:r>
          </a:p>
        </p:txBody>
      </p:sp>
      <p:graphicFrame>
        <p:nvGraphicFramePr>
          <p:cNvPr id="7" name="차트 1">
            <a:extLst>
              <a:ext uri="{FF2B5EF4-FFF2-40B4-BE49-F238E27FC236}">
                <a16:creationId xmlns:a16="http://schemas.microsoft.com/office/drawing/2014/main" id="{0F325FCE-86F8-6AEC-E425-C054B745A5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691934"/>
              </p:ext>
            </p:extLst>
          </p:nvPr>
        </p:nvGraphicFramePr>
        <p:xfrm>
          <a:off x="5225854" y="2905528"/>
          <a:ext cx="4035972" cy="2987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6259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30F7A-88A3-8F04-391F-362A60294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cs typeface="Arial"/>
              </a:rPr>
              <a:t>05 개선 사항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16AC8-6B2D-0B46-67A8-B07D34C4F018}"/>
              </a:ext>
            </a:extLst>
          </p:cNvPr>
          <p:cNvSpPr txBox="1"/>
          <p:nvPr/>
        </p:nvSpPr>
        <p:spPr>
          <a:xfrm>
            <a:off x="1041473" y="2970490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buFont typeface="Wingdings,Sans-Serif"/>
              <a:buChar char="Ø"/>
            </a:pPr>
            <a:endParaRPr lang="en-US" sz="1800" b="0" i="0">
              <a:solidFill>
                <a:srgbClr val="3A3A3A"/>
              </a:solidFill>
              <a:latin typeface="Arial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3A3A3A"/>
                </a:solidFill>
                <a:latin typeface="Arial"/>
                <a:ea typeface="맑은 고딕"/>
                <a:cs typeface="맑은 고딕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177C3-6C19-EA36-C9E6-22B9F40B20AB}"/>
              </a:ext>
            </a:extLst>
          </p:cNvPr>
          <p:cNvSpPr txBox="1"/>
          <p:nvPr/>
        </p:nvSpPr>
        <p:spPr>
          <a:xfrm>
            <a:off x="435788" y="3161484"/>
            <a:ext cx="598047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ko-KR" altLang="en-US" sz="160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연령대별 고객 맞춤 서비스 전략</a:t>
            </a:r>
            <a:endParaRPr lang="en-US" altLang="ko-KR" sz="1600">
              <a:solidFill>
                <a:srgbClr val="3A3A3A"/>
              </a:solidFill>
              <a:ea typeface="맑은 고딕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altLang="en-US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 </a:t>
            </a:r>
            <a:r>
              <a:rPr lang="en-US" altLang="ko-KR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20~30</a:t>
            </a:r>
            <a:r>
              <a:rPr lang="ko-KR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대 </a:t>
            </a:r>
            <a:r>
              <a:rPr lang="ko-KR" altLang="en-US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고객 온라인</a:t>
            </a:r>
            <a:r>
              <a:rPr lang="ko-KR" altLang="en-US" sz="1400">
                <a:solidFill>
                  <a:srgbClr val="3A3A3A"/>
                </a:solidFill>
                <a:latin typeface="Arial"/>
                <a:ea typeface="Malgun Gothic"/>
                <a:cs typeface="Arial"/>
              </a:rPr>
              <a:t> 예약 및 탑승 편의성 중요</a:t>
            </a:r>
            <a:endParaRPr lang="en-US" altLang="ko-KR" sz="1400">
              <a:solidFill>
                <a:srgbClr val="3A3A3A"/>
              </a:solidFill>
              <a:latin typeface="Arial"/>
              <a:ea typeface="Malgun Gothic"/>
              <a:cs typeface="Arial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>
                <a:solidFill>
                  <a:srgbClr val="3A3A3A"/>
                </a:solidFill>
                <a:latin typeface="Arial"/>
                <a:ea typeface="Malgun Gothic"/>
                <a:cs typeface="Arial"/>
              </a:rPr>
              <a:t> </a:t>
            </a:r>
            <a:r>
              <a:rPr lang="ko-KR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→</a:t>
            </a:r>
            <a:r>
              <a:rPr lang="ko-KR" altLang="en-US" sz="1400">
                <a:solidFill>
                  <a:srgbClr val="3A3A3A"/>
                </a:solidFill>
                <a:latin typeface="Arial"/>
                <a:ea typeface="Malgun Gothic"/>
                <a:cs typeface="+mn-lt"/>
              </a:rPr>
              <a:t> 디지털 경험 강화</a:t>
            </a:r>
            <a:endParaRPr lang="ko-KR" altLang="en-US" sz="1400">
              <a:solidFill>
                <a:srgbClr val="3A3A3A"/>
              </a:solidFill>
              <a:latin typeface="Arial"/>
              <a:ea typeface="Malgun Gothic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altLang="en-US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 </a:t>
            </a:r>
            <a:r>
              <a:rPr lang="en-US" altLang="ko-KR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40</a:t>
            </a:r>
            <a:r>
              <a:rPr lang="ko-KR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대 이상 </a:t>
            </a:r>
            <a:r>
              <a:rPr lang="ko-KR" altLang="en-US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고객 여행  목적별  및 좌석 편안함 중요</a:t>
            </a:r>
            <a:endParaRPr lang="ko-KR" sz="1400">
              <a:solidFill>
                <a:srgbClr val="3A3A3A"/>
              </a:solidFill>
              <a:latin typeface="Arial"/>
              <a:ea typeface="맑은 고딕"/>
              <a:cs typeface="Arial"/>
            </a:endParaRPr>
          </a:p>
          <a:p>
            <a:pPr lvl="1">
              <a:lnSpc>
                <a:spcPct val="150000"/>
              </a:lnSpc>
            </a:pPr>
            <a:r>
              <a:rPr lang="ko-KR" altLang="en-US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  </a:t>
            </a:r>
            <a:r>
              <a:rPr lang="ko-KR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→ </a:t>
            </a:r>
            <a:r>
              <a:rPr lang="ko-KR" altLang="en-US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목적별 맞춤 서비스 및  물리적 환경 개선</a:t>
            </a:r>
            <a:endParaRPr lang="ko-KR" sz="1400">
              <a:cs typeface="Arial"/>
            </a:endParaRPr>
          </a:p>
          <a:p>
            <a:pPr lvl="1">
              <a:lnSpc>
                <a:spcPct val="150000"/>
              </a:lnSpc>
            </a:pPr>
            <a:endParaRPr lang="ko-KR">
              <a:solidFill>
                <a:srgbClr val="3A3A3A"/>
              </a:solidFill>
              <a:latin typeface="Arial"/>
              <a:ea typeface="맑은 고딕"/>
              <a:cs typeface="Arial"/>
            </a:endParaRPr>
          </a:p>
          <a:p>
            <a:pPr marL="742950" lvl="1" indent="-285750">
              <a:buFont typeface="Courier New"/>
              <a:buChar char="o"/>
            </a:pPr>
            <a:endParaRPr lang="ko-KR" altLang="en-US">
              <a:solidFill>
                <a:srgbClr val="3A3A3A"/>
              </a:solidFill>
              <a:latin typeface="Arial"/>
              <a:ea typeface="맑은 고딕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3A3A3A"/>
                </a:solidFill>
                <a:latin typeface="Arial"/>
                <a:ea typeface="맑은 고딕"/>
                <a:cs typeface="맑은 고딕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3" name="부제목 2">
            <a:extLst>
              <a:ext uri="{FF2B5EF4-FFF2-40B4-BE49-F238E27FC236}">
                <a16:creationId xmlns:a16="http://schemas.microsoft.com/office/drawing/2014/main" id="{A1113F68-AE3F-16C3-6F2D-A9D5E32BD256}"/>
              </a:ext>
            </a:extLst>
          </p:cNvPr>
          <p:cNvSpPr txBox="1">
            <a:spLocks/>
          </p:cNvSpPr>
          <p:nvPr/>
        </p:nvSpPr>
        <p:spPr>
          <a:xfrm>
            <a:off x="323851" y="498478"/>
            <a:ext cx="8496299" cy="288032"/>
          </a:xfrm>
          <a:prstGeom prst="rect">
            <a:avLst/>
          </a:prstGeom>
        </p:spPr>
        <p:txBody>
          <a:bodyPr wrap="square" lIns="0" tIns="0" rIns="0" bIns="0" anchor="t"/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800" b="1" kern="1200" spc="-2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>
              <a:solidFill>
                <a:srgbClr val="3A3A3A"/>
              </a:solidFill>
              <a:latin typeface="Arial"/>
              <a:cs typeface="Arial"/>
            </a:endParaRPr>
          </a:p>
          <a:p>
            <a:pPr marL="285750" indent="-285750">
              <a:buFont typeface="Wingdings" pitchFamily="34" charset="0"/>
              <a:buChar char="v"/>
            </a:pP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더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나은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고객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서비스를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위해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수행해야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될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고객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관리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ko-KR" err="1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전략</a:t>
            </a:r>
            <a:r>
              <a:rPr lang="en-US" altLang="ko-KR">
                <a:solidFill>
                  <a:schemeClr val="tx1">
                    <a:lumMod val="50000"/>
                  </a:schemeClr>
                </a:solidFill>
                <a:latin typeface="Times New Roman"/>
                <a:cs typeface="Times New Roman"/>
              </a:rPr>
              <a:t> 등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EA339E-C141-4C01-536D-5CFD12EDCB7F}"/>
              </a:ext>
            </a:extLst>
          </p:cNvPr>
          <p:cNvSpPr txBox="1"/>
          <p:nvPr/>
        </p:nvSpPr>
        <p:spPr>
          <a:xfrm>
            <a:off x="437745" y="1258516"/>
            <a:ext cx="4572000" cy="20108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60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Wi-fi </a:t>
            </a:r>
            <a:r>
              <a:rPr lang="ko-KR" altLang="en-US" sz="160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서비스</a:t>
            </a:r>
            <a:r>
              <a:rPr lang="en-US" sz="160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 </a:t>
            </a:r>
            <a:r>
              <a:rPr lang="ko-KR" altLang="en-US" sz="1600" b="1">
                <a:solidFill>
                  <a:srgbClr val="3A3A3A"/>
                </a:solidFill>
                <a:latin typeface="Arial"/>
                <a:ea typeface="Arial"/>
                <a:cs typeface="Arial"/>
              </a:rPr>
              <a:t>개선</a:t>
            </a:r>
            <a:r>
              <a:rPr lang="en-US" sz="1600" b="1" i="0">
                <a:solidFill>
                  <a:srgbClr val="3A3A3A"/>
                </a:solidFill>
                <a:latin typeface="Arial"/>
                <a:ea typeface="Arial"/>
                <a:cs typeface="Arial"/>
              </a:rPr>
              <a:t>​</a:t>
            </a:r>
            <a:endParaRPr lang="en-US" altLang="ko-KR" sz="1600">
              <a:solidFill>
                <a:srgbClr val="3A3A3A"/>
              </a:solidFill>
              <a:latin typeface="맑은 고딕"/>
              <a:ea typeface="맑은 고딕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sz="1400">
                <a:solidFill>
                  <a:srgbClr val="3A3A3A"/>
                </a:solidFill>
                <a:latin typeface="Arial"/>
                <a:ea typeface="Arial"/>
                <a:cs typeface="Arial"/>
              </a:rPr>
              <a:t>속도 및 연결 안정성 향상</a:t>
            </a:r>
            <a:endParaRPr lang="ko-KR" sz="1400">
              <a:solidFill>
                <a:srgbClr val="3A3A3A"/>
              </a:solidFill>
              <a:latin typeface="맑은 고딕"/>
              <a:ea typeface="맑은 고딕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altLang="en-US" sz="1400">
                <a:solidFill>
                  <a:srgbClr val="3A3A3A"/>
                </a:solidFill>
                <a:latin typeface="Arial"/>
                <a:ea typeface="맑은 고딕"/>
                <a:cs typeface="Arial"/>
              </a:rPr>
              <a:t>요금제</a:t>
            </a:r>
            <a:r>
              <a:rPr lang="ko-KR" altLang="en-US" sz="1400">
                <a:cs typeface="Arial"/>
              </a:rPr>
              <a:t> 도입 </a:t>
            </a:r>
            <a:endParaRPr lang="ko-KR" sz="1400"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ko-KR" altLang="en-US" sz="1400">
                <a:cs typeface="Arial"/>
              </a:rPr>
              <a:t>기내 Wi-fi 추가 설치</a:t>
            </a:r>
            <a:endParaRPr lang="ko-KR" sz="1400">
              <a:cs typeface="Arial"/>
            </a:endParaRPr>
          </a:p>
          <a:p>
            <a:pPr>
              <a:lnSpc>
                <a:spcPts val="1950"/>
              </a:lnSpc>
            </a:pPr>
            <a:endParaRPr lang="ko-KR" altLang="en-US">
              <a:cs typeface="Arial"/>
            </a:endParaRPr>
          </a:p>
          <a:p>
            <a:pPr algn="ctr"/>
            <a:endParaRPr lang="en-US">
              <a:cs typeface="Arial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D8FC5258-3F2C-BB5B-EDF5-D9FED9056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970886" y="6620944"/>
            <a:ext cx="1173113" cy="185415"/>
          </a:xfrm>
        </p:spPr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[9/10]</a:t>
            </a:r>
            <a:endParaRPr lang="en-US" altLang="ko-KR">
              <a:solidFill>
                <a:schemeClr val="bg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2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/>
          <p:cNvSpPr txBox="1">
            <a:spLocks/>
          </p:cNvSpPr>
          <p:nvPr/>
        </p:nvSpPr>
        <p:spPr>
          <a:xfrm>
            <a:off x="323848" y="2348880"/>
            <a:ext cx="8496300" cy="136815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§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6600"/>
              <a:t>Q &amp; A</a:t>
            </a:r>
            <a:endParaRPr lang="en-US" altLang="ko-KR"/>
          </a:p>
        </p:txBody>
      </p: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432F5814-7744-577D-B06A-49AD7B46D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970886" y="6620944"/>
            <a:ext cx="1173113" cy="185415"/>
          </a:xfrm>
        </p:spPr>
        <p:txBody>
          <a:bodyPr/>
          <a:lstStyle/>
          <a:p>
            <a:pPr algn="r"/>
            <a:r>
              <a:rPr lang="en-US" altLang="ko-KR" sz="900">
                <a:solidFill>
                  <a:schemeClr val="bg1">
                    <a:lumMod val="49000"/>
                  </a:schemeClr>
                </a:solidFill>
              </a:rPr>
              <a:t>[10/10]</a:t>
            </a:r>
            <a:endParaRPr lang="en-US" altLang="ko-KR">
              <a:solidFill>
                <a:schemeClr val="bg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943218"/>
      </p:ext>
    </p:extLst>
  </p:cSld>
  <p:clrMapOvr>
    <a:masterClrMapping/>
  </p:clrMapOvr>
</p:sld>
</file>

<file path=ppt/theme/theme1.xml><?xml version="1.0" encoding="utf-8"?>
<a:theme xmlns:a="http://schemas.openxmlformats.org/drawingml/2006/main" name="02_인쇄용">
  <a:themeElements>
    <a:clrScheme name="2013_AhnLab_color">
      <a:dk1>
        <a:srgbClr val="3A3A3A"/>
      </a:dk1>
      <a:lt1>
        <a:srgbClr val="FFFFFF"/>
      </a:lt1>
      <a:dk2>
        <a:srgbClr val="213255"/>
      </a:dk2>
      <a:lt2>
        <a:srgbClr val="FFFFFF"/>
      </a:lt2>
      <a:accent1>
        <a:srgbClr val="1F4789"/>
      </a:accent1>
      <a:accent2>
        <a:srgbClr val="15C3F8"/>
      </a:accent2>
      <a:accent3>
        <a:srgbClr val="A2D21E"/>
      </a:accent3>
      <a:accent4>
        <a:srgbClr val="FF2B15"/>
      </a:accent4>
      <a:accent5>
        <a:srgbClr val="FB8B03"/>
      </a:accent5>
      <a:accent6>
        <a:srgbClr val="86308B"/>
      </a:accent6>
      <a:hlink>
        <a:srgbClr val="0294EE"/>
      </a:hlink>
      <a:folHlink>
        <a:srgbClr val="A5A5A5"/>
      </a:folHlink>
    </a:clrScheme>
    <a:fontScheme name="AhnLab_template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ontrol xmlns="http://schemas.microsoft.com/VisualStudio/2011/storyboarding/control">
  <Id Name="25bb4478-a45b-48d2-be07-a5568eabefbb" Revision="1" Stencil="System.MyShapes" StencilVersion="1.0"/>
</Control>
</file>

<file path=customXml/item4.xml><?xml version="1.0" encoding="utf-8"?>
<Control xmlns="http://schemas.microsoft.com/VisualStudio/2011/storyboarding/control">
  <Id Name="25bb4478-a45b-48d2-be07-a5568eabefbb" Revision="1" Stencil="System.MyShapes" StencilVersion="1.0"/>
</Control>
</file>

<file path=customXml/item5.xml><?xml version="1.0" encoding="utf-8"?>
<Control xmlns="http://schemas.microsoft.com/VisualStudio/2011/storyboarding/control">
  <Id Name="25bb4478-a45b-48d2-be07-a5568eabefbb" Revision="1" Stencil="System.MyShapes" StencilVersion="1.0"/>
</Control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3989A8F2D10A14F96A4215F4E98A6FB" ma:contentTypeVersion="3" ma:contentTypeDescription="새 문서를 만듭니다." ma:contentTypeScope="" ma:versionID="f283cd62459a59688747acdf141c4c55">
  <xsd:schema xmlns:xsd="http://www.w3.org/2001/XMLSchema" xmlns:xs="http://www.w3.org/2001/XMLSchema" xmlns:p="http://schemas.microsoft.com/office/2006/metadata/properties" xmlns:ns2="4d1d2d07-22a6-44bf-b2d2-3f8b665b599f" targetNamespace="http://schemas.microsoft.com/office/2006/metadata/properties" ma:root="true" ma:fieldsID="b9a11f144de2b53444da343007f3c986" ns2:_="">
    <xsd:import namespace="4d1d2d07-22a6-44bf-b2d2-3f8b665b59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d2d07-22a6-44bf-b2d2-3f8b665b59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09EFFD-B63B-4966-8171-9C7425D3869B}">
  <ds:schemaRefs>
    <ds:schemaRef ds:uri="4d1d2d07-22a6-44bf-b2d2-3f8b665b59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B6FED39-8698-438C-AF26-9F666E8956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F68454-A7F5-469A-AB0D-6CCA5D12DB56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60DAC259-07A6-4CF1-8D5F-27F2542FECA7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0E436CF9-DC82-4BEA-BDAF-C01ED6615052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A4ED6EF8-B79F-46A7-BF7C-2947A222FE8D}">
  <ds:schemaRefs>
    <ds:schemaRef ds:uri="4d1d2d07-22a6-44bf-b2d2-3f8b665b59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20140305_01_인터넷보안개요_교재용</Template>
  <Application>Microsoft Office PowerPoint</Application>
  <PresentationFormat>On-screen Show (4:3)</PresentationFormat>
  <Slides>10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02_인쇄용</vt:lpstr>
      <vt:lpstr>미니프로젝트 결과보고서 </vt:lpstr>
      <vt:lpstr>01     프로젝트 개요 02     데이터 분석 03     데이터 전처리 04     모델링 05  개선사항</vt:lpstr>
      <vt:lpstr>01 프로젝트 개요</vt:lpstr>
      <vt:lpstr>02 데이터 분석 </vt:lpstr>
      <vt:lpstr>02 데이터 분석</vt:lpstr>
      <vt:lpstr>03 데이터 전처리 </vt:lpstr>
      <vt:lpstr>04 모델링 - 딥러닝 </vt:lpstr>
      <vt:lpstr>04 모델링 - 딥러닝</vt:lpstr>
      <vt:lpstr>05 개선 사항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악성코드 및 취약성 분석</dc:title>
  <dc:creator>BearPooh02</dc:creator>
  <cp:revision>1</cp:revision>
  <cp:lastPrinted>2023-12-17T08:03:25Z</cp:lastPrinted>
  <dcterms:created xsi:type="dcterms:W3CDTF">2014-03-19T12:30:14Z</dcterms:created>
  <dcterms:modified xsi:type="dcterms:W3CDTF">2026-04-15T07:25:22Z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0x01010053989A8F2D10A14F96A4215F4E98A6FB</vt:lpwstr>
  </property>
</Properties>
</file>